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4"/>
  </p:notesMasterIdLst>
  <p:handoutMasterIdLst>
    <p:handoutMasterId r:id="rId15"/>
  </p:handoutMasterIdLst>
  <p:sldIdLst>
    <p:sldId id="1497" r:id="rId5"/>
    <p:sldId id="1498" r:id="rId6"/>
    <p:sldId id="1499" r:id="rId7"/>
    <p:sldId id="1500" r:id="rId8"/>
    <p:sldId id="1513" r:id="rId9"/>
    <p:sldId id="1514" r:id="rId10"/>
    <p:sldId id="1502" r:id="rId11"/>
    <p:sldId id="1515" r:id="rId12"/>
    <p:sldId id="151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1B3DE5-5507-48EB-8E14-B52FCE5B6823}" v="6" dt="2026-07-31T04:04:49.551"/>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tha sanjay" userId="1f54c7b665224508" providerId="LiveId" clId="{EFA9CD97-F989-41ED-91FC-93C9513829F7}"/>
    <pc:docChg chg="undo custSel modSld">
      <pc:chgData name="mahitha sanjay" userId="1f54c7b665224508" providerId="LiveId" clId="{EFA9CD97-F989-41ED-91FC-93C9513829F7}" dt="2026-07-31T04:13:09.343" v="236" actId="403"/>
      <pc:docMkLst>
        <pc:docMk/>
      </pc:docMkLst>
      <pc:sldChg chg="modSp mod">
        <pc:chgData name="mahitha sanjay" userId="1f54c7b665224508" providerId="LiveId" clId="{EFA9CD97-F989-41ED-91FC-93C9513829F7}" dt="2026-07-31T04:13:09.343" v="236" actId="403"/>
        <pc:sldMkLst>
          <pc:docMk/>
          <pc:sldMk cId="1773831372" sldId="1497"/>
        </pc:sldMkLst>
        <pc:spChg chg="mod">
          <ac:chgData name="mahitha sanjay" userId="1f54c7b665224508" providerId="LiveId" clId="{EFA9CD97-F989-41ED-91FC-93C9513829F7}" dt="2026-07-31T03:55:57.938" v="71" actId="27636"/>
          <ac:spMkLst>
            <pc:docMk/>
            <pc:sldMk cId="1773831372" sldId="1497"/>
            <ac:spMk id="2" creationId="{1F057989-07E4-B482-9F2A-EBF670F7FA92}"/>
          </ac:spMkLst>
        </pc:spChg>
        <pc:spChg chg="mod">
          <ac:chgData name="mahitha sanjay" userId="1f54c7b665224508" providerId="LiveId" clId="{EFA9CD97-F989-41ED-91FC-93C9513829F7}" dt="2026-07-31T04:13:09.343" v="236" actId="403"/>
          <ac:spMkLst>
            <pc:docMk/>
            <pc:sldMk cId="1773831372" sldId="1497"/>
            <ac:spMk id="3" creationId="{363CF5F8-0028-8636-5006-5D5C52B32774}"/>
          </ac:spMkLst>
        </pc:spChg>
      </pc:sldChg>
      <pc:sldChg chg="addSp delSp modSp mod">
        <pc:chgData name="mahitha sanjay" userId="1f54c7b665224508" providerId="LiveId" clId="{EFA9CD97-F989-41ED-91FC-93C9513829F7}" dt="2026-07-31T04:03:24.054" v="135" actId="404"/>
        <pc:sldMkLst>
          <pc:docMk/>
          <pc:sldMk cId="948600294" sldId="1500"/>
        </pc:sldMkLst>
        <pc:spChg chg="del mod">
          <ac:chgData name="mahitha sanjay" userId="1f54c7b665224508" providerId="LiveId" clId="{EFA9CD97-F989-41ED-91FC-93C9513829F7}" dt="2026-07-31T03:58:49.013" v="81" actId="21"/>
          <ac:spMkLst>
            <pc:docMk/>
            <pc:sldMk cId="948600294" sldId="1500"/>
            <ac:spMk id="2" creationId="{D1F5072A-5F3E-FB56-A498-3CACC2BCD40B}"/>
          </ac:spMkLst>
        </pc:spChg>
        <pc:spChg chg="del mod">
          <ac:chgData name="mahitha sanjay" userId="1f54c7b665224508" providerId="LiveId" clId="{EFA9CD97-F989-41ED-91FC-93C9513829F7}" dt="2026-07-31T03:57:21.985" v="76" actId="21"/>
          <ac:spMkLst>
            <pc:docMk/>
            <pc:sldMk cId="948600294" sldId="1500"/>
            <ac:spMk id="4" creationId="{42DE842F-FDC7-B259-9F3B-88630D44DFA3}"/>
          </ac:spMkLst>
        </pc:spChg>
        <pc:spChg chg="add">
          <ac:chgData name="mahitha sanjay" userId="1f54c7b665224508" providerId="LiveId" clId="{EFA9CD97-F989-41ED-91FC-93C9513829F7}" dt="2026-07-31T03:55:56.349" v="67"/>
          <ac:spMkLst>
            <pc:docMk/>
            <pc:sldMk cId="948600294" sldId="1500"/>
            <ac:spMk id="6" creationId="{5426FAB4-4551-8229-6F1E-3B93ED4041C6}"/>
          </ac:spMkLst>
        </pc:spChg>
        <pc:spChg chg="add del mod">
          <ac:chgData name="mahitha sanjay" userId="1f54c7b665224508" providerId="LiveId" clId="{EFA9CD97-F989-41ED-91FC-93C9513829F7}" dt="2026-07-31T03:57:37.547" v="78" actId="478"/>
          <ac:spMkLst>
            <pc:docMk/>
            <pc:sldMk cId="948600294" sldId="1500"/>
            <ac:spMk id="9" creationId="{D08635AC-592E-69D6-A170-834E0C1702B9}"/>
          </ac:spMkLst>
        </pc:spChg>
        <pc:spChg chg="add mod">
          <ac:chgData name="mahitha sanjay" userId="1f54c7b665224508" providerId="LiveId" clId="{EFA9CD97-F989-41ED-91FC-93C9513829F7}" dt="2026-07-31T04:03:24.054" v="135" actId="404"/>
          <ac:spMkLst>
            <pc:docMk/>
            <pc:sldMk cId="948600294" sldId="1500"/>
            <ac:spMk id="10" creationId="{7AA3058B-DFE5-1185-B27A-56266297DC1A}"/>
          </ac:spMkLst>
        </pc:spChg>
        <pc:graphicFrameChg chg="add mod modGraphic">
          <ac:chgData name="mahitha sanjay" userId="1f54c7b665224508" providerId="LiveId" clId="{EFA9CD97-F989-41ED-91FC-93C9513829F7}" dt="2026-07-31T04:02:02.566" v="99" actId="14100"/>
          <ac:graphicFrameMkLst>
            <pc:docMk/>
            <pc:sldMk cId="948600294" sldId="1500"/>
            <ac:graphicFrameMk id="3" creationId="{8BD8E7FE-8B86-BE22-54AB-A188E6AE0F58}"/>
          </ac:graphicFrameMkLst>
        </pc:graphicFrameChg>
        <pc:picChg chg="del">
          <ac:chgData name="mahitha sanjay" userId="1f54c7b665224508" providerId="LiveId" clId="{EFA9CD97-F989-41ED-91FC-93C9513829F7}" dt="2026-07-31T03:57:32.351" v="77" actId="478"/>
          <ac:picMkLst>
            <pc:docMk/>
            <pc:sldMk cId="948600294" sldId="1500"/>
            <ac:picMk id="7" creationId="{CF6D123F-84D1-A76C-C3CC-EBD70657F244}"/>
          </ac:picMkLst>
        </pc:picChg>
      </pc:sldChg>
      <pc:sldChg chg="modSp mod">
        <pc:chgData name="mahitha sanjay" userId="1f54c7b665224508" providerId="LiveId" clId="{EFA9CD97-F989-41ED-91FC-93C9513829F7}" dt="2026-07-31T04:09:52.330" v="177" actId="1076"/>
        <pc:sldMkLst>
          <pc:docMk/>
          <pc:sldMk cId="1858387724" sldId="1502"/>
        </pc:sldMkLst>
        <pc:spChg chg="mod">
          <ac:chgData name="mahitha sanjay" userId="1f54c7b665224508" providerId="LiveId" clId="{EFA9CD97-F989-41ED-91FC-93C9513829F7}" dt="2026-07-31T04:09:36.918" v="176" actId="14100"/>
          <ac:spMkLst>
            <pc:docMk/>
            <pc:sldMk cId="1858387724" sldId="1502"/>
            <ac:spMk id="2" creationId="{76A360D7-F74C-CD9E-C576-1CB8FFE8778E}"/>
          </ac:spMkLst>
        </pc:spChg>
        <pc:spChg chg="mod">
          <ac:chgData name="mahitha sanjay" userId="1f54c7b665224508" providerId="LiveId" clId="{EFA9CD97-F989-41ED-91FC-93C9513829F7}" dt="2026-07-31T04:09:52.330" v="177" actId="1076"/>
          <ac:spMkLst>
            <pc:docMk/>
            <pc:sldMk cId="1858387724" sldId="1502"/>
            <ac:spMk id="3" creationId="{4AC0A84D-2716-38BD-055B-2318C14EDEA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7/31/2026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2307124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2" y="4952601"/>
            <a:ext cx="10830797" cy="786384"/>
          </a:xfrm>
        </p:spPr>
        <p:txBody>
          <a:bodyPr anchor="b">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2" y="5738985"/>
            <a:ext cx="10830798"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p:nvPr>
        </p:nvSpPr>
        <p:spPr>
          <a:xfrm>
            <a:off x="348996" y="359053"/>
            <a:ext cx="11494008" cy="4206240"/>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12" name="Date Placeholder 3">
            <a:extLst>
              <a:ext uri="{FF2B5EF4-FFF2-40B4-BE49-F238E27FC236}">
                <a16:creationId xmlns:a16="http://schemas.microsoft.com/office/drawing/2014/main" id="{D42F7524-ABFF-42FC-F524-246A480B897B}"/>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3" name="Footer Placeholder 4">
            <a:extLst>
              <a:ext uri="{FF2B5EF4-FFF2-40B4-BE49-F238E27FC236}">
                <a16:creationId xmlns:a16="http://schemas.microsoft.com/office/drawing/2014/main" id="{663E3457-D591-49C3-2608-0E03890C56A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4" name="Slide Number Placeholder 5">
            <a:extLst>
              <a:ext uri="{FF2B5EF4-FFF2-40B4-BE49-F238E27FC236}">
                <a16:creationId xmlns:a16="http://schemas.microsoft.com/office/drawing/2014/main" id="{37CB6AF0-4147-00BA-8130-83977A07D4FD}"/>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94657" y="2090057"/>
            <a:ext cx="10613572" cy="39678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anchor="b">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4233" y="4731335"/>
            <a:ext cx="4192166" cy="1312286"/>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p:nvPr>
        </p:nvSpPr>
        <p:spPr>
          <a:xfrm>
            <a:off x="349375" y="361188"/>
            <a:ext cx="6281928" cy="6135624"/>
          </a:xfrm>
          <a:blipFill>
            <a:blip r:embed="rId2" cstate="email">
              <a:alphaModFix amt="50000"/>
              <a:extLst>
                <a:ext uri="{28A0092B-C50C-407E-A947-70E740481C1C}">
                  <a14:useLocalDpi xmlns:a14="http://schemas.microsoft.com/office/drawing/2010/main"/>
                </a:ext>
              </a:extLst>
            </a:blip>
            <a:stretch>
              <a:fillRect/>
            </a:stretch>
          </a:blipFill>
          <a:ln w="19050">
            <a:noFill/>
            <a:miter lim="800000"/>
          </a:ln>
        </p:spPr>
        <p:txBody>
          <a:bodyPr/>
          <a:lstStyle/>
          <a:p>
            <a:r>
              <a:rPr lang="en-US" dirty="0"/>
              <a:t>Click icon to add picture</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ate Placeholder 3">
            <a:extLst>
              <a:ext uri="{FF2B5EF4-FFF2-40B4-BE49-F238E27FC236}">
                <a16:creationId xmlns:a16="http://schemas.microsoft.com/office/drawing/2014/main" id="{DE67F68C-4D7B-717C-D360-0C7B177E7887}"/>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3" name="Footer Placeholder 4">
            <a:extLst>
              <a:ext uri="{FF2B5EF4-FFF2-40B4-BE49-F238E27FC236}">
                <a16:creationId xmlns:a16="http://schemas.microsoft.com/office/drawing/2014/main" id="{362027BE-9356-D4CB-179D-26A5D76B3FB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4" name="Slide Number Placeholder 5">
            <a:extLst>
              <a:ext uri="{FF2B5EF4-FFF2-40B4-BE49-F238E27FC236}">
                <a16:creationId xmlns:a16="http://schemas.microsoft.com/office/drawing/2014/main" id="{4DD4DA43-0E0A-52D7-598D-E21C37400DB8}"/>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anchor="t">
            <a:normAutofit/>
          </a:bodyPr>
          <a:lstStyle>
            <a:lvl1pPr algn="l">
              <a:defRPr sz="5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9300" y="4668118"/>
            <a:ext cx="4337407"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p:nvPr>
        </p:nvSpPr>
        <p:spPr>
          <a:xfrm>
            <a:off x="5752063" y="361188"/>
            <a:ext cx="6089904" cy="613562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ate Placeholder 3">
            <a:extLst>
              <a:ext uri="{FF2B5EF4-FFF2-40B4-BE49-F238E27FC236}">
                <a16:creationId xmlns:a16="http://schemas.microsoft.com/office/drawing/2014/main" id="{01F41629-C05C-09F2-6087-F8836305BC83}"/>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3" name="Footer Placeholder 4">
            <a:extLst>
              <a:ext uri="{FF2B5EF4-FFF2-40B4-BE49-F238E27FC236}">
                <a16:creationId xmlns:a16="http://schemas.microsoft.com/office/drawing/2014/main" id="{321E8832-F660-8A12-2B3C-B0368A84058A}"/>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4" name="Slide Number Placeholder 5">
            <a:extLst>
              <a:ext uri="{FF2B5EF4-FFF2-40B4-BE49-F238E27FC236}">
                <a16:creationId xmlns:a16="http://schemas.microsoft.com/office/drawing/2014/main" id="{420AF754-B09E-920F-08CC-F9E9A98778D4}"/>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74076" y="1359777"/>
            <a:ext cx="5880761" cy="3212224"/>
          </a:xfrm>
        </p:spPr>
        <p:txBody>
          <a:bodyPr anchor="t">
            <a:normAutofit/>
          </a:bodyPr>
          <a:lstStyle>
            <a:lvl1pPr algn="l">
              <a:defRPr sz="6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74076" y="4731335"/>
            <a:ext cx="5880761" cy="960017"/>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7" name="Date Placeholder 3">
            <a:extLst>
              <a:ext uri="{FF2B5EF4-FFF2-40B4-BE49-F238E27FC236}">
                <a16:creationId xmlns:a16="http://schemas.microsoft.com/office/drawing/2014/main" id="{77986531-74DA-0AB6-CF8A-3F7068E25826}"/>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8" name="Footer Placeholder 4">
            <a:extLst>
              <a:ext uri="{FF2B5EF4-FFF2-40B4-BE49-F238E27FC236}">
                <a16:creationId xmlns:a16="http://schemas.microsoft.com/office/drawing/2014/main" id="{498ADF74-5A31-A27F-9559-8871D106704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9" name="Slide Number Placeholder 5">
            <a:extLst>
              <a:ext uri="{FF2B5EF4-FFF2-40B4-BE49-F238E27FC236}">
                <a16:creationId xmlns:a16="http://schemas.microsoft.com/office/drawing/2014/main" id="{7751A81C-585C-BAAE-4A41-9A65B560684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 y="839111"/>
            <a:ext cx="8001000" cy="3345328"/>
          </a:xfrm>
        </p:spPr>
        <p:txBody>
          <a:bodyPr anchor="t">
            <a:normAutofit/>
          </a:bodyPr>
          <a:lstStyle>
            <a:lvl1pPr algn="l">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 y="4473553"/>
            <a:ext cx="638120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 y="841248"/>
            <a:ext cx="7681495" cy="3592629"/>
          </a:xfrm>
        </p:spPr>
        <p:txBody>
          <a:bodyPr anchor="b">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 y="4617138"/>
            <a:ext cx="723830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E997385-2640-2459-FCDF-0C9E6AB66B64}"/>
              </a:ext>
            </a:extLst>
          </p:cNvPr>
          <p:cNvSpPr>
            <a:spLocks noGrp="1"/>
          </p:cNvSpPr>
          <p:nvPr>
            <p:ph type="ctrTitle"/>
          </p:nvPr>
        </p:nvSpPr>
        <p:spPr>
          <a:xfrm>
            <a:off x="1474076" y="1359776"/>
            <a:ext cx="7354238" cy="4331575"/>
          </a:xfrm>
        </p:spPr>
        <p:txBody>
          <a:bodyPr anchor="b">
            <a:normAutofit/>
          </a:bodyPr>
          <a:lstStyle>
            <a:lvl1pPr algn="l">
              <a:defRPr sz="6200"/>
            </a:lvl1pPr>
          </a:lstStyle>
          <a:p>
            <a:r>
              <a:rPr lang="en-US" dirty="0"/>
              <a:t>Click to edit Master title style</a:t>
            </a:r>
          </a:p>
        </p:txBody>
      </p:sp>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E997385-2640-2459-FCDF-0C9E6AB66B64}"/>
              </a:ext>
            </a:extLst>
          </p:cNvPr>
          <p:cNvSpPr>
            <a:spLocks noGrp="1"/>
          </p:cNvSpPr>
          <p:nvPr>
            <p:ph type="ctrTitle"/>
          </p:nvPr>
        </p:nvSpPr>
        <p:spPr>
          <a:xfrm>
            <a:off x="1474076" y="1359776"/>
            <a:ext cx="7402445" cy="4331575"/>
          </a:xfrm>
        </p:spPr>
        <p:txBody>
          <a:bodyPr anchor="t">
            <a:normAutofit/>
          </a:bodyPr>
          <a:lstStyle>
            <a:lvl1pPr algn="l">
              <a:defRPr sz="6200"/>
            </a:lvl1pPr>
          </a:lstStyle>
          <a:p>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7/31/2026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903988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95528" y="841248"/>
            <a:ext cx="8931403" cy="1384357"/>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528"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7/31/2026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AB4670-578E-C407-B8FE-F50501B06177}"/>
              </a:ext>
            </a:extLst>
          </p:cNvPr>
          <p:cNvSpPr/>
          <p:nvPr/>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7" name="Rectangle 6">
            <a:extLst>
              <a:ext uri="{FF2B5EF4-FFF2-40B4-BE49-F238E27FC236}">
                <a16:creationId xmlns:a16="http://schemas.microsoft.com/office/drawing/2014/main" id="{585AED54-B0B3-D614-DEFD-5CE4799F522B}"/>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74076" y="1166648"/>
            <a:ext cx="5880761" cy="4524704"/>
          </a:xfrm>
        </p:spPr>
        <p:txBody>
          <a:bodyPr anchor="b">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195881" y="1170041"/>
            <a:ext cx="2520697" cy="4521309"/>
          </a:xfrm>
        </p:spPr>
        <p:txBody>
          <a:bodyPr anchor="t">
            <a:normAutofit/>
          </a:bodyPr>
          <a:lstStyle>
            <a:lvl1pPr marL="0" indent="0" algn="l">
              <a:lnSpc>
                <a:spcPct val="15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Date Placeholder 3">
            <a:extLst>
              <a:ext uri="{FF2B5EF4-FFF2-40B4-BE49-F238E27FC236}">
                <a16:creationId xmlns:a16="http://schemas.microsoft.com/office/drawing/2014/main" id="{DB9EE63E-BD4D-1B83-F683-7801D913713D}"/>
              </a:ext>
            </a:extLst>
          </p:cNvPr>
          <p:cNvSpPr>
            <a:spLocks noGrp="1"/>
          </p:cNvSpPr>
          <p:nvPr>
            <p:ph type="dt" sz="half" idx="10"/>
          </p:nvPr>
        </p:nvSpPr>
        <p:spPr>
          <a:xfrm>
            <a:off x="612647" y="6498770"/>
            <a:ext cx="3494314" cy="359229"/>
          </a:xfrm>
        </p:spPr>
        <p:txBody>
          <a:bodyPr/>
          <a:lstStyle/>
          <a:p>
            <a:fld id="{080CD416-224D-4632-8302-C1A0B05C0690}" type="datetime1">
              <a:rPr lang="en-US" smtClean="0"/>
              <a:t>7/31/2026</a:t>
            </a:fld>
            <a:endParaRPr lang="en-US" dirty="0"/>
          </a:p>
        </p:txBody>
      </p:sp>
      <p:sp>
        <p:nvSpPr>
          <p:cNvPr id="10" name="Footer Placeholder 4">
            <a:extLst>
              <a:ext uri="{FF2B5EF4-FFF2-40B4-BE49-F238E27FC236}">
                <a16:creationId xmlns:a16="http://schemas.microsoft.com/office/drawing/2014/main" id="{CCAD1074-17D3-EACF-F513-E49F6BCE5896}"/>
              </a:ext>
            </a:extLst>
          </p:cNvPr>
          <p:cNvSpPr>
            <a:spLocks noGrp="1"/>
          </p:cNvSpPr>
          <p:nvPr>
            <p:ph type="ftr" sz="quarter" idx="11"/>
          </p:nvPr>
        </p:nvSpPr>
        <p:spPr>
          <a:xfrm>
            <a:off x="8085041" y="6498770"/>
            <a:ext cx="2805405" cy="359229"/>
          </a:xfrm>
        </p:spPr>
        <p:txBody>
          <a:bodyPr/>
          <a:lstStyle/>
          <a:p>
            <a:r>
              <a:rPr lang="en-US" dirty="0"/>
              <a:t>Sample Footer Text</a:t>
            </a:r>
          </a:p>
        </p:txBody>
      </p:sp>
      <p:sp>
        <p:nvSpPr>
          <p:cNvPr id="11" name="Slide Number Placeholder 5">
            <a:extLst>
              <a:ext uri="{FF2B5EF4-FFF2-40B4-BE49-F238E27FC236}">
                <a16:creationId xmlns:a16="http://schemas.microsoft.com/office/drawing/2014/main" id="{8EBB2A2C-4AD0-A1F2-B3E1-342CC3F7E9D9}"/>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916262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204234" y="829577"/>
            <a:ext cx="4192166"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p:nvPr>
        </p:nvSpPr>
        <p:spPr>
          <a:xfrm>
            <a:off x="349375" y="366631"/>
            <a:ext cx="6281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204234" y="2637762"/>
            <a:ext cx="4192166"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ate Placeholder 3">
            <a:extLst>
              <a:ext uri="{FF2B5EF4-FFF2-40B4-BE49-F238E27FC236}">
                <a16:creationId xmlns:a16="http://schemas.microsoft.com/office/drawing/2014/main" id="{31E7D18D-B238-7331-A7C2-F04E7F47793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3" name="Footer Placeholder 4">
            <a:extLst>
              <a:ext uri="{FF2B5EF4-FFF2-40B4-BE49-F238E27FC236}">
                <a16:creationId xmlns:a16="http://schemas.microsoft.com/office/drawing/2014/main" id="{684BDBE8-3E10-FA13-9449-A3EA4611716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4" name="Slide Number Placeholder 5">
            <a:extLst>
              <a:ext uri="{FF2B5EF4-FFF2-40B4-BE49-F238E27FC236}">
                <a16:creationId xmlns:a16="http://schemas.microsoft.com/office/drawing/2014/main" id="{D3E5618F-FBE1-25BE-3EBC-6A699AAF8754}"/>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9882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5811837" cy="52643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03128" y="840740"/>
            <a:ext cx="3494314" cy="5223510"/>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40740"/>
            <a:ext cx="6884604" cy="52235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EF6C452-604E-947A-0AE2-B0BEF7F21EB5}"/>
              </a:ext>
            </a:extLst>
          </p:cNvPr>
          <p:cNvSpPr/>
          <p:nvPr/>
        </p:nvSpPr>
        <p:spPr>
          <a:xfrm>
            <a:off x="1125028" y="874987"/>
            <a:ext cx="490187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87550A83-567F-A24D-E3C0-CE8EBAD06D18}"/>
              </a:ext>
            </a:extLst>
          </p:cNvPr>
          <p:cNvSpPr/>
          <p:nvPr/>
        </p:nvSpPr>
        <p:spPr>
          <a:xfrm>
            <a:off x="6162053" y="874987"/>
            <a:ext cx="490187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
            <a:extLst>
              <a:ext uri="{FF2B5EF4-FFF2-40B4-BE49-F238E27FC236}">
                <a16:creationId xmlns:a16="http://schemas.microsoft.com/office/drawing/2014/main" id="{6EE06B6E-5DF9-040C-D813-282435432ACE}"/>
              </a:ext>
            </a:extLst>
          </p:cNvPr>
          <p:cNvSpPr>
            <a:spLocks noGrp="1"/>
          </p:cNvSpPr>
          <p:nvPr>
            <p:ph type="ctrTitle"/>
          </p:nvPr>
        </p:nvSpPr>
        <p:spPr>
          <a:xfrm>
            <a:off x="1474077" y="1226152"/>
            <a:ext cx="4184248" cy="4465199"/>
          </a:xfrm>
        </p:spPr>
        <p:txBody>
          <a:bodyPr anchor="b">
            <a:normAutofit/>
          </a:bodyPr>
          <a:lstStyle>
            <a:lvl1pPr algn="l">
              <a:defRPr sz="4000"/>
            </a:lvl1pPr>
          </a:lstStyle>
          <a:p>
            <a:r>
              <a:rPr lang="en-US" dirty="0"/>
              <a:t>Click to edit Master title style</a:t>
            </a:r>
          </a:p>
        </p:txBody>
      </p:sp>
      <p:sp>
        <p:nvSpPr>
          <p:cNvPr id="22" name="Content Placeholder 7">
            <a:extLst>
              <a:ext uri="{FF2B5EF4-FFF2-40B4-BE49-F238E27FC236}">
                <a16:creationId xmlns:a16="http://schemas.microsoft.com/office/drawing/2014/main" id="{38613CA7-3784-8161-0A2F-6AFEA3852D2A}"/>
              </a:ext>
            </a:extLst>
          </p:cNvPr>
          <p:cNvSpPr>
            <a:spLocks noGrp="1"/>
          </p:cNvSpPr>
          <p:nvPr>
            <p:ph sz="quarter" idx="13"/>
          </p:nvPr>
        </p:nvSpPr>
        <p:spPr>
          <a:xfrm>
            <a:off x="6511102" y="1226152"/>
            <a:ext cx="4187100" cy="4465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854E62BB-E63F-06C8-1E4D-D0DD69BCEE0A}"/>
              </a:ext>
            </a:extLst>
          </p:cNvPr>
          <p:cNvSpPr>
            <a:spLocks noGrp="1"/>
          </p:cNvSpPr>
          <p:nvPr>
            <p:ph type="dt" sz="half" idx="10"/>
          </p:nvPr>
        </p:nvSpPr>
        <p:spPr>
          <a:xfrm>
            <a:off x="612647" y="6498770"/>
            <a:ext cx="3494314" cy="359229"/>
          </a:xfrm>
        </p:spPr>
        <p:txBody>
          <a:bodyPr/>
          <a:lstStyle/>
          <a:p>
            <a:fld id="{080CD416-224D-4632-8302-C1A0B05C0690}" type="datetime1">
              <a:rPr lang="en-US" smtClean="0"/>
              <a:t>7/31/2026</a:t>
            </a:fld>
            <a:endParaRPr lang="en-US" dirty="0"/>
          </a:p>
        </p:txBody>
      </p:sp>
      <p:sp>
        <p:nvSpPr>
          <p:cNvPr id="7" name="Footer Placeholder 4">
            <a:extLst>
              <a:ext uri="{FF2B5EF4-FFF2-40B4-BE49-F238E27FC236}">
                <a16:creationId xmlns:a16="http://schemas.microsoft.com/office/drawing/2014/main" id="{7D3CA3E8-7834-A683-F512-C36DF114625A}"/>
              </a:ext>
            </a:extLst>
          </p:cNvPr>
          <p:cNvSpPr>
            <a:spLocks noGrp="1"/>
          </p:cNvSpPr>
          <p:nvPr>
            <p:ph type="ftr" sz="quarter" idx="11"/>
          </p:nvPr>
        </p:nvSpPr>
        <p:spPr>
          <a:xfrm>
            <a:off x="8085041" y="6498770"/>
            <a:ext cx="2805405" cy="359229"/>
          </a:xfrm>
        </p:spPr>
        <p:txBody>
          <a:bodyPr/>
          <a:lstStyle/>
          <a:p>
            <a:r>
              <a:rPr lang="en-US" dirty="0"/>
              <a:t>Sample Footer Text</a:t>
            </a:r>
          </a:p>
        </p:txBody>
      </p:sp>
      <p:sp>
        <p:nvSpPr>
          <p:cNvPr id="8" name="Slide Number Placeholder 5">
            <a:extLst>
              <a:ext uri="{FF2B5EF4-FFF2-40B4-BE49-F238E27FC236}">
                <a16:creationId xmlns:a16="http://schemas.microsoft.com/office/drawing/2014/main" id="{128609CD-1349-E1EF-8FD1-C055F29B9227}"/>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769839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5" name="Picture Placeholder 10">
            <a:extLst>
              <a:ext uri="{FF2B5EF4-FFF2-40B4-BE49-F238E27FC236}">
                <a16:creationId xmlns:a16="http://schemas.microsoft.com/office/drawing/2014/main" id="{0A3C44E0-2181-679C-C4DE-7C0E12C689BC}"/>
              </a:ext>
            </a:extLst>
          </p:cNvPr>
          <p:cNvSpPr>
            <a:spLocks noGrp="1"/>
          </p:cNvSpPr>
          <p:nvPr>
            <p:ph type="pic" sz="quarter" idx="18"/>
          </p:nvPr>
        </p:nvSpPr>
        <p:spPr>
          <a:xfrm>
            <a:off x="345956" y="361188"/>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7" y="351064"/>
            <a:ext cx="4451839"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5664"/>
            <a:ext cx="3337584" cy="402336"/>
          </a:xfrm>
        </p:spPr>
        <p:txBody>
          <a:bodyPr/>
          <a:lstStyle/>
          <a:p>
            <a:fld id="{7E38CFF5-C5CE-48B3-B40D-6C66C1CC6368}" type="datetime1">
              <a:rPr lang="en-US" smtClean="0"/>
              <a:t>7/31/2026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3">
            <a:extLst>
              <a:ext uri="{FF2B5EF4-FFF2-40B4-BE49-F238E27FC236}">
                <a16:creationId xmlns:a16="http://schemas.microsoft.com/office/drawing/2014/main" id="{52A7E0D9-1BA5-C290-01C0-9412D854A7C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7" name="Footer Placeholder 4">
            <a:extLst>
              <a:ext uri="{FF2B5EF4-FFF2-40B4-BE49-F238E27FC236}">
                <a16:creationId xmlns:a16="http://schemas.microsoft.com/office/drawing/2014/main" id="{5DF8ECF4-AE04-DF19-C3BC-F2F3CC72B577}"/>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8" name="Slide Number Placeholder 5">
            <a:extLst>
              <a:ext uri="{FF2B5EF4-FFF2-40B4-BE49-F238E27FC236}">
                <a16:creationId xmlns:a16="http://schemas.microsoft.com/office/drawing/2014/main" id="{E00847C9-B5C0-A857-1CCE-2B6CEFDC6DB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Date Placeholder 3">
            <a:extLst>
              <a:ext uri="{FF2B5EF4-FFF2-40B4-BE49-F238E27FC236}">
                <a16:creationId xmlns:a16="http://schemas.microsoft.com/office/drawing/2014/main" id="{9D0A219B-0B2E-ED64-E28B-7BC3826FDF8D}"/>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8" name="Footer Placeholder 4">
            <a:extLst>
              <a:ext uri="{FF2B5EF4-FFF2-40B4-BE49-F238E27FC236}">
                <a16:creationId xmlns:a16="http://schemas.microsoft.com/office/drawing/2014/main" id="{8DFE40E1-5539-7791-9EC1-C0DD9509EE3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9" name="Slide Number Placeholder 5">
            <a:extLst>
              <a:ext uri="{FF2B5EF4-FFF2-40B4-BE49-F238E27FC236}">
                <a16:creationId xmlns:a16="http://schemas.microsoft.com/office/drawing/2014/main" id="{49B369AB-498B-00E7-8CC6-A9C08DBC7C91}"/>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16" name="Date Placeholder 3">
            <a:extLst>
              <a:ext uri="{FF2B5EF4-FFF2-40B4-BE49-F238E27FC236}">
                <a16:creationId xmlns:a16="http://schemas.microsoft.com/office/drawing/2014/main" id="{2EB550AF-60BA-6735-2DDA-FFBD5FF18B7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7" name="Footer Placeholder 4">
            <a:extLst>
              <a:ext uri="{FF2B5EF4-FFF2-40B4-BE49-F238E27FC236}">
                <a16:creationId xmlns:a16="http://schemas.microsoft.com/office/drawing/2014/main" id="{5FBA6FCB-6EC8-5D26-12DE-87BB0960471B}"/>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8" name="Slide Number Placeholder 5">
            <a:extLst>
              <a:ext uri="{FF2B5EF4-FFF2-40B4-BE49-F238E27FC236}">
                <a16:creationId xmlns:a16="http://schemas.microsoft.com/office/drawing/2014/main" id="{0D9D4586-9305-AF52-E112-43FE5D94C825}"/>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3">
            <a:extLst>
              <a:ext uri="{FF2B5EF4-FFF2-40B4-BE49-F238E27FC236}">
                <a16:creationId xmlns:a16="http://schemas.microsoft.com/office/drawing/2014/main" id="{1A90B4F9-3A1A-CDB5-1CB2-BED385A9600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7" name="Footer Placeholder 4">
            <a:extLst>
              <a:ext uri="{FF2B5EF4-FFF2-40B4-BE49-F238E27FC236}">
                <a16:creationId xmlns:a16="http://schemas.microsoft.com/office/drawing/2014/main" id="{A8891662-9D2F-4EC4-AE03-566C9F3947CD}"/>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8" name="Slide Number Placeholder 5">
            <a:extLst>
              <a:ext uri="{FF2B5EF4-FFF2-40B4-BE49-F238E27FC236}">
                <a16:creationId xmlns:a16="http://schemas.microsoft.com/office/drawing/2014/main" id="{12B7063A-A36F-DA54-7077-3632E0BF6EE5}"/>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3"/>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Date Placeholder 3">
            <a:extLst>
              <a:ext uri="{FF2B5EF4-FFF2-40B4-BE49-F238E27FC236}">
                <a16:creationId xmlns:a16="http://schemas.microsoft.com/office/drawing/2014/main" id="{3AEF8BA8-2E40-E714-955D-062E0BBCB459}"/>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9" name="Footer Placeholder 4">
            <a:extLst>
              <a:ext uri="{FF2B5EF4-FFF2-40B4-BE49-F238E27FC236}">
                <a16:creationId xmlns:a16="http://schemas.microsoft.com/office/drawing/2014/main" id="{3A8E821C-4EC8-D755-0604-1CF0267FE096}"/>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20" name="Slide Number Placeholder 5">
            <a:extLst>
              <a:ext uri="{FF2B5EF4-FFF2-40B4-BE49-F238E27FC236}">
                <a16:creationId xmlns:a16="http://schemas.microsoft.com/office/drawing/2014/main" id="{EEE747D8-BFE4-9495-99CA-CDD56CDDA82E}"/>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826408"/>
            <a:ext cx="4301413"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p:nvPr>
        </p:nvSpPr>
        <p:spPr>
          <a:xfrm>
            <a:off x="347038" y="361188"/>
            <a:ext cx="613562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074889"/>
            <a:ext cx="4291584"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615483" y="351065"/>
            <a:ext cx="523376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3">
            <a:extLst>
              <a:ext uri="{FF2B5EF4-FFF2-40B4-BE49-F238E27FC236}">
                <a16:creationId xmlns:a16="http://schemas.microsoft.com/office/drawing/2014/main" id="{40539A80-30AC-952B-3E78-12CE8F10075E}"/>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7" name="Footer Placeholder 4">
            <a:extLst>
              <a:ext uri="{FF2B5EF4-FFF2-40B4-BE49-F238E27FC236}">
                <a16:creationId xmlns:a16="http://schemas.microsoft.com/office/drawing/2014/main" id="{89B1685D-0E18-DE3D-4A15-F8A9204F664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18" name="Slide Number Placeholder 5">
            <a:extLst>
              <a:ext uri="{FF2B5EF4-FFF2-40B4-BE49-F238E27FC236}">
                <a16:creationId xmlns:a16="http://schemas.microsoft.com/office/drawing/2014/main" id="{3927B2EF-831F-E054-7EDC-63858146B54A}"/>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61547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7" y="826408"/>
            <a:ext cx="4518609"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508284"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8568F57-C775-4169-382D-FE2FEBDBAC68}"/>
              </a:ext>
            </a:extLst>
          </p:cNvPr>
          <p:cNvSpPr>
            <a:spLocks noGrp="1"/>
          </p:cNvSpPr>
          <p:nvPr>
            <p:ph type="pic" sz="quarter" idx="18"/>
          </p:nvPr>
        </p:nvSpPr>
        <p:spPr>
          <a:xfrm>
            <a:off x="5928508" y="366631"/>
            <a:ext cx="590702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45676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Date Placeholder 3">
            <a:extLst>
              <a:ext uri="{FF2B5EF4-FFF2-40B4-BE49-F238E27FC236}">
                <a16:creationId xmlns:a16="http://schemas.microsoft.com/office/drawing/2014/main" id="{5288E7B0-81D9-CCF8-EB05-EA8342A4B40F}"/>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9" name="Footer Placeholder 4">
            <a:extLst>
              <a:ext uri="{FF2B5EF4-FFF2-40B4-BE49-F238E27FC236}">
                <a16:creationId xmlns:a16="http://schemas.microsoft.com/office/drawing/2014/main" id="{ED314F02-5973-4022-032A-218872D2797C}"/>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20" name="Slide Number Placeholder 5">
            <a:extLst>
              <a:ext uri="{FF2B5EF4-FFF2-40B4-BE49-F238E27FC236}">
                <a16:creationId xmlns:a16="http://schemas.microsoft.com/office/drawing/2014/main" id="{C8E7BB9A-D434-3FEA-E3B3-0A99879BFF88}"/>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5914792" y="351065"/>
            <a:ext cx="593445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158" y="839871"/>
            <a:ext cx="3227469" cy="1527048"/>
          </a:xfrm>
        </p:spPr>
        <p:txBody>
          <a:bodyPr anchor="b">
            <a:normAutofit/>
          </a:bodyPr>
          <a:lstStyle>
            <a:lvl1pPr>
              <a:defRPr sz="3200"/>
            </a:lvl1pPr>
          </a:lstStyle>
          <a:p>
            <a:r>
              <a:rPr lang="en-US" dirty="0"/>
              <a:t>Click to edit Master title style</a:t>
            </a:r>
          </a:p>
        </p:txBody>
      </p:sp>
      <p:sp>
        <p:nvSpPr>
          <p:cNvPr id="6" name="Picture Placeholder 10">
            <a:extLst>
              <a:ext uri="{FF2B5EF4-FFF2-40B4-BE49-F238E27FC236}">
                <a16:creationId xmlns:a16="http://schemas.microsoft.com/office/drawing/2014/main" id="{012F0A78-49FB-BB3A-242F-2924FAF40811}"/>
              </a:ext>
            </a:extLst>
          </p:cNvPr>
          <p:cNvSpPr>
            <a:spLocks noGrp="1"/>
          </p:cNvSpPr>
          <p:nvPr>
            <p:ph type="pic" sz="quarter" idx="18"/>
          </p:nvPr>
        </p:nvSpPr>
        <p:spPr>
          <a:xfrm>
            <a:off x="346601" y="361188"/>
            <a:ext cx="7232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158" y="2665215"/>
            <a:ext cx="3227469"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B5387906-ECDF-E20B-CA46-CDAD7F1BB419}"/>
              </a:ext>
            </a:extLst>
          </p:cNvPr>
          <p:cNvSpPr/>
          <p:nvPr userDrawn="1"/>
        </p:nvSpPr>
        <p:spPr>
          <a:xfrm>
            <a:off x="7707386" y="351065"/>
            <a:ext cx="414186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Date Placeholder 3">
            <a:extLst>
              <a:ext uri="{FF2B5EF4-FFF2-40B4-BE49-F238E27FC236}">
                <a16:creationId xmlns:a16="http://schemas.microsoft.com/office/drawing/2014/main" id="{F2227C39-491D-6560-D78F-CB7524A636E3}"/>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19" name="Footer Placeholder 4">
            <a:extLst>
              <a:ext uri="{FF2B5EF4-FFF2-40B4-BE49-F238E27FC236}">
                <a16:creationId xmlns:a16="http://schemas.microsoft.com/office/drawing/2014/main" id="{76C4DED5-FE13-1083-CC2D-42185971EA23}"/>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20" name="Slide Number Placeholder 5">
            <a:extLst>
              <a:ext uri="{FF2B5EF4-FFF2-40B4-BE49-F238E27FC236}">
                <a16:creationId xmlns:a16="http://schemas.microsoft.com/office/drawing/2014/main" id="{8FDBA055-F524-DC9E-E4E1-4529BA173A92}"/>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351064"/>
            <a:ext cx="725119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7" y="839871"/>
            <a:ext cx="3374317"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430082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374317"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45CC9C07-AB41-F534-28F4-4DB7C7C6A85B}"/>
              </a:ext>
            </a:extLst>
          </p:cNvPr>
          <p:cNvSpPr>
            <a:spLocks noGrp="1"/>
          </p:cNvSpPr>
          <p:nvPr>
            <p:ph type="pic" sz="quarter" idx="18"/>
          </p:nvPr>
        </p:nvSpPr>
        <p:spPr>
          <a:xfrm>
            <a:off x="4777943" y="366631"/>
            <a:ext cx="705916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21" name="Date Placeholder 3">
            <a:extLst>
              <a:ext uri="{FF2B5EF4-FFF2-40B4-BE49-F238E27FC236}">
                <a16:creationId xmlns:a16="http://schemas.microsoft.com/office/drawing/2014/main" id="{71282706-6A90-AC69-EED3-14EF895714DC}"/>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22" name="Footer Placeholder 4">
            <a:extLst>
              <a:ext uri="{FF2B5EF4-FFF2-40B4-BE49-F238E27FC236}">
                <a16:creationId xmlns:a16="http://schemas.microsoft.com/office/drawing/2014/main" id="{FBB56311-28CF-D46F-611E-BE7FC528CCE1}"/>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23" name="Slide Number Placeholder 5">
            <a:extLst>
              <a:ext uri="{FF2B5EF4-FFF2-40B4-BE49-F238E27FC236}">
                <a16:creationId xmlns:a16="http://schemas.microsoft.com/office/drawing/2014/main" id="{62018A6C-F090-A3A6-828C-3B4C1F611AA0}"/>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5239BDE-DD79-5CB8-2F90-0AED70B4C2F7}"/>
              </a:ext>
            </a:extLst>
          </p:cNvPr>
          <p:cNvSpPr/>
          <p:nvPr userDrawn="1"/>
        </p:nvSpPr>
        <p:spPr>
          <a:xfrm>
            <a:off x="4765806" y="351065"/>
            <a:ext cx="708344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Pr>
        <a:solidFill>
          <a:schemeClr val="accent2"/>
        </a:solidFill>
        <a:effectLst/>
      </p:bgPr>
    </p:b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p>
            <a:r>
              <a:rPr lang="en-US" dirty="0"/>
              <a:t>Click icon to add picture</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090962EE-6183-2741-3A94-C8479C8F3D6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31" name="Footer Placeholder 4">
            <a:extLst>
              <a:ext uri="{FF2B5EF4-FFF2-40B4-BE49-F238E27FC236}">
                <a16:creationId xmlns:a16="http://schemas.microsoft.com/office/drawing/2014/main" id="{94C9BBAD-E4A0-3317-216F-5858C92CB006}"/>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32" name="Slide Number Placeholder 5">
            <a:extLst>
              <a:ext uri="{FF2B5EF4-FFF2-40B4-BE49-F238E27FC236}">
                <a16:creationId xmlns:a16="http://schemas.microsoft.com/office/drawing/2014/main" id="{2195FBA7-A575-4D7C-73E3-07F6E976C7A0}"/>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p:nvPr>
        </p:nvSpPr>
        <p:spPr>
          <a:xfrm>
            <a:off x="348996" y="357974"/>
            <a:ext cx="11494008" cy="4270248"/>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p:nvPr>
        </p:nvSpPr>
        <p:spPr>
          <a:xfrm>
            <a:off x="348996" y="358671"/>
            <a:ext cx="11494008" cy="3547872"/>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474077" y="1240971"/>
            <a:ext cx="3277536" cy="963033"/>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00662" y="1240971"/>
            <a:ext cx="5614213" cy="963033"/>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11">
            <a:extLst>
              <a:ext uri="{FF2B5EF4-FFF2-40B4-BE49-F238E27FC236}">
                <a16:creationId xmlns:a16="http://schemas.microsoft.com/office/drawing/2014/main" id="{4618C02D-A34B-FCF5-74D5-2AC6F33031B7}"/>
              </a:ext>
            </a:extLst>
          </p:cNvPr>
          <p:cNvSpPr>
            <a:spLocks noGrp="1"/>
          </p:cNvSpPr>
          <p:nvPr>
            <p:ph type="pic" sz="quarter" idx="15"/>
          </p:nvPr>
        </p:nvSpPr>
        <p:spPr>
          <a:xfrm>
            <a:off x="1126236" y="2719146"/>
            <a:ext cx="9921240" cy="3255264"/>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4" name="Date Placeholder 4">
            <a:extLst>
              <a:ext uri="{FF2B5EF4-FFF2-40B4-BE49-F238E27FC236}">
                <a16:creationId xmlns:a16="http://schemas.microsoft.com/office/drawing/2014/main" id="{792CFC36-C3EC-5779-AB81-CC4B05A48734}"/>
              </a:ext>
            </a:extLst>
          </p:cNvPr>
          <p:cNvSpPr>
            <a:spLocks noGrp="1"/>
          </p:cNvSpPr>
          <p:nvPr>
            <p:ph type="dt" sz="half" idx="10"/>
          </p:nvPr>
        </p:nvSpPr>
        <p:spPr>
          <a:xfrm>
            <a:off x="612647" y="6498770"/>
            <a:ext cx="3494314" cy="359229"/>
          </a:xfrm>
        </p:spPr>
        <p:txBody>
          <a:bodyPr/>
          <a:lstStyle/>
          <a:p>
            <a:fld id="{838E7C52-89A1-4FAF-9408-82A97F69BEE9}" type="datetime1">
              <a:rPr lang="en-US" smtClean="0"/>
              <a:t>7/31/2026</a:t>
            </a:fld>
            <a:endParaRPr lang="en-US" dirty="0"/>
          </a:p>
        </p:txBody>
      </p:sp>
      <p:sp>
        <p:nvSpPr>
          <p:cNvPr id="10" name="Footer Placeholder 5">
            <a:extLst>
              <a:ext uri="{FF2B5EF4-FFF2-40B4-BE49-F238E27FC236}">
                <a16:creationId xmlns:a16="http://schemas.microsoft.com/office/drawing/2014/main" id="{1B647595-A471-5DA6-9074-5DACBEE5D8D2}"/>
              </a:ext>
            </a:extLst>
          </p:cNvPr>
          <p:cNvSpPr>
            <a:spLocks noGrp="1"/>
          </p:cNvSpPr>
          <p:nvPr>
            <p:ph type="ftr" sz="quarter" idx="11"/>
          </p:nvPr>
        </p:nvSpPr>
        <p:spPr>
          <a:xfrm>
            <a:off x="8085041" y="6498770"/>
            <a:ext cx="2805405" cy="359229"/>
          </a:xfrm>
        </p:spPr>
        <p:txBody>
          <a:bodyPr/>
          <a:lstStyle/>
          <a:p>
            <a:r>
              <a:rPr lang="en-US" dirty="0"/>
              <a:t>Sample Footer Text</a:t>
            </a:r>
          </a:p>
        </p:txBody>
      </p:sp>
      <p:sp>
        <p:nvSpPr>
          <p:cNvPr id="12" name="Slide Number Placeholder 6">
            <a:extLst>
              <a:ext uri="{FF2B5EF4-FFF2-40B4-BE49-F238E27FC236}">
                <a16:creationId xmlns:a16="http://schemas.microsoft.com/office/drawing/2014/main" id="{48F12117-D5D7-397C-88DD-6C7EC5A41539}"/>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dirty="0"/>
          </a:p>
        </p:txBody>
      </p:sp>
      <p:sp>
        <p:nvSpPr>
          <p:cNvPr id="5" name="Rectangle 4">
            <a:extLst>
              <a:ext uri="{FF2B5EF4-FFF2-40B4-BE49-F238E27FC236}">
                <a16:creationId xmlns:a16="http://schemas.microsoft.com/office/drawing/2014/main" id="{34FFC3B9-6393-BD5E-CBA3-4236EA91FEE4}"/>
              </a:ext>
            </a:extLst>
          </p:cNvPr>
          <p:cNvSpPr/>
          <p:nvPr userDrawn="1"/>
        </p:nvSpPr>
        <p:spPr>
          <a:xfrm>
            <a:off x="1121981" y="874987"/>
            <a:ext cx="9941944" cy="167771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F761AA9-46EF-A61A-5772-FE92633CC2A2}"/>
              </a:ext>
            </a:extLst>
          </p:cNvPr>
          <p:cNvSpPr/>
          <p:nvPr userDrawn="1"/>
        </p:nvSpPr>
        <p:spPr>
          <a:xfrm>
            <a:off x="1126236" y="2710002"/>
            <a:ext cx="9939528" cy="32735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432255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6391656" cy="4553712"/>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58567" y="2235200"/>
            <a:ext cx="4420788"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2" y="1929406"/>
            <a:ext cx="64214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5175504" cy="4069080"/>
          </a:xfrm>
          <a:blipFill>
            <a:blip r:embed="rId2" cstate="email">
              <a:alphaModFix amt="50000"/>
              <a:extLst>
                <a:ext uri="{28A0092B-C50C-407E-A947-70E740481C1C}">
                  <a14:useLocalDpi xmlns:a14="http://schemas.microsoft.com/office/drawing/2010/main"/>
                </a:ext>
              </a:extLst>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cstate="email">
              <a:alphaModFix amt="50000"/>
              <a:extLst>
                <a:ext uri="{28A0092B-C50C-407E-A947-70E740481C1C}">
                  <a14:useLocalDpi xmlns:a14="http://schemas.microsoft.com/office/drawing/2010/main"/>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8">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817441" y="1359777"/>
            <a:ext cx="5880761" cy="1107198"/>
          </a:xfrm>
        </p:spPr>
        <p:txBody>
          <a:bodyPr anchor="t">
            <a:normAutofit/>
          </a:bodyPr>
          <a:lstStyle>
            <a:lvl1pPr algn="l">
              <a:defRPr sz="4000"/>
            </a:lvl1pPr>
          </a:lstStyle>
          <a:p>
            <a:r>
              <a:rPr lang="en-US" dirty="0"/>
              <a:t>Click to edit Master title style</a:t>
            </a:r>
          </a:p>
        </p:txBody>
      </p:sp>
      <p:sp>
        <p:nvSpPr>
          <p:cNvPr id="4" name="Picture Placeholder 10">
            <a:extLst>
              <a:ext uri="{FF2B5EF4-FFF2-40B4-BE49-F238E27FC236}">
                <a16:creationId xmlns:a16="http://schemas.microsoft.com/office/drawing/2014/main" id="{6C1007D4-EB2E-ECF2-5254-C510166F0A92}"/>
              </a:ext>
            </a:extLst>
          </p:cNvPr>
          <p:cNvSpPr>
            <a:spLocks noGrp="1"/>
          </p:cNvSpPr>
          <p:nvPr>
            <p:ph type="pic" sz="quarter" idx="15"/>
          </p:nvPr>
        </p:nvSpPr>
        <p:spPr>
          <a:xfrm>
            <a:off x="1152328" y="886968"/>
            <a:ext cx="3197543" cy="508406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12" name="Content Placeholder 7">
            <a:extLst>
              <a:ext uri="{FF2B5EF4-FFF2-40B4-BE49-F238E27FC236}">
                <a16:creationId xmlns:a16="http://schemas.microsoft.com/office/drawing/2014/main" id="{B6F7D1A1-060A-C0EF-7365-61C0D96F440D}"/>
              </a:ext>
            </a:extLst>
          </p:cNvPr>
          <p:cNvSpPr>
            <a:spLocks noGrp="1"/>
          </p:cNvSpPr>
          <p:nvPr>
            <p:ph sz="quarter" idx="13"/>
          </p:nvPr>
        </p:nvSpPr>
        <p:spPr>
          <a:xfrm>
            <a:off x="4817441" y="2631072"/>
            <a:ext cx="5880761" cy="306028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2A1944F5-72DB-5388-391B-5DC34BAD29A9}"/>
              </a:ext>
            </a:extLst>
          </p:cNvPr>
          <p:cNvSpPr/>
          <p:nvPr/>
        </p:nvSpPr>
        <p:spPr>
          <a:xfrm>
            <a:off x="4465346" y="874986"/>
            <a:ext cx="6584950" cy="511149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BD322761-AD97-5EDC-DC4F-22AC765F3FE3}"/>
              </a:ext>
            </a:extLst>
          </p:cNvPr>
          <p:cNvSpPr>
            <a:spLocks noGrp="1"/>
          </p:cNvSpPr>
          <p:nvPr>
            <p:ph type="dt" sz="half" idx="10"/>
          </p:nvPr>
        </p:nvSpPr>
        <p:spPr>
          <a:xfrm>
            <a:off x="612647" y="6498770"/>
            <a:ext cx="3494314" cy="359229"/>
          </a:xfrm>
        </p:spPr>
        <p:txBody>
          <a:bodyPr/>
          <a:lstStyle/>
          <a:p>
            <a:fld id="{080CD416-224D-4632-8302-C1A0B05C0690}" type="datetime1">
              <a:rPr lang="en-US" smtClean="0"/>
              <a:t>7/31/2026</a:t>
            </a:fld>
            <a:endParaRPr lang="en-US" dirty="0"/>
          </a:p>
        </p:txBody>
      </p:sp>
      <p:sp>
        <p:nvSpPr>
          <p:cNvPr id="8" name="Footer Placeholder 4">
            <a:extLst>
              <a:ext uri="{FF2B5EF4-FFF2-40B4-BE49-F238E27FC236}">
                <a16:creationId xmlns:a16="http://schemas.microsoft.com/office/drawing/2014/main" id="{53B1E02D-FA19-7D3D-06D7-B239D7211563}"/>
              </a:ext>
            </a:extLst>
          </p:cNvPr>
          <p:cNvSpPr>
            <a:spLocks noGrp="1"/>
          </p:cNvSpPr>
          <p:nvPr>
            <p:ph type="ftr" sz="quarter" idx="11"/>
          </p:nvPr>
        </p:nvSpPr>
        <p:spPr>
          <a:xfrm>
            <a:off x="8085041" y="6498770"/>
            <a:ext cx="2805405" cy="359229"/>
          </a:xfrm>
        </p:spPr>
        <p:txBody>
          <a:bodyPr/>
          <a:lstStyle/>
          <a:p>
            <a:r>
              <a:rPr lang="en-US" dirty="0"/>
              <a:t>Sample Footer Text</a:t>
            </a:r>
          </a:p>
        </p:txBody>
      </p:sp>
      <p:sp>
        <p:nvSpPr>
          <p:cNvPr id="9" name="Slide Number Placeholder 5">
            <a:extLst>
              <a:ext uri="{FF2B5EF4-FFF2-40B4-BE49-F238E27FC236}">
                <a16:creationId xmlns:a16="http://schemas.microsoft.com/office/drawing/2014/main" id="{E68603D8-B4FF-4EEF-D7E4-C16EE2147064}"/>
              </a:ext>
            </a:extLst>
          </p:cNvPr>
          <p:cNvSpPr>
            <a:spLocks noGrp="1"/>
          </p:cNvSpPr>
          <p:nvPr>
            <p:ph type="sldNum" sz="quarter" idx="12"/>
          </p:nvPr>
        </p:nvSpPr>
        <p:spPr>
          <a:xfrm>
            <a:off x="10840682" y="6498770"/>
            <a:ext cx="429207" cy="359229"/>
          </a:xfrm>
        </p:spPr>
        <p:txBody>
          <a:bodyPr/>
          <a:lstStyle/>
          <a:p>
            <a:fld id="{CC057153-B650-4DEB-B370-79DDCFDCE934}" type="slidenum">
              <a:rPr lang="en-US" smtClean="0"/>
              <a:t>‹#›</a:t>
            </a:fld>
            <a:endParaRPr lang="en-US" dirty="0"/>
          </a:p>
        </p:txBody>
      </p:sp>
      <p:sp>
        <p:nvSpPr>
          <p:cNvPr id="5" name="Rectangle 4">
            <a:extLst>
              <a:ext uri="{FF2B5EF4-FFF2-40B4-BE49-F238E27FC236}">
                <a16:creationId xmlns:a16="http://schemas.microsoft.com/office/drawing/2014/main" id="{92267190-6BE3-1105-A47B-925C2188D8D4}"/>
              </a:ext>
            </a:extLst>
          </p:cNvPr>
          <p:cNvSpPr/>
          <p:nvPr userDrawn="1"/>
        </p:nvSpPr>
        <p:spPr>
          <a:xfrm>
            <a:off x="114170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14739658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accent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C9C9AC-231F-A3D9-52AE-E521803C4945}"/>
              </a:ext>
            </a:extLst>
          </p:cNvPr>
          <p:cNvSpPr>
            <a:spLocks noGrp="1"/>
          </p:cNvSpPr>
          <p:nvPr>
            <p:ph type="title"/>
          </p:nvPr>
        </p:nvSpPr>
        <p:spPr>
          <a:xfrm>
            <a:off x="1601723" y="4669972"/>
            <a:ext cx="8988551" cy="1088572"/>
          </a:xfrm>
        </p:spPr>
        <p:txBody>
          <a:bodyPr>
            <a:normAutofit/>
          </a:bodyPr>
          <a:lstStyle>
            <a:lvl1pPr algn="l">
              <a:lnSpc>
                <a:spcPct val="110000"/>
              </a:lnSpc>
              <a:defRPr sz="1800" b="0">
                <a:solidFill>
                  <a:schemeClr val="tx1"/>
                </a:solidFill>
                <a:latin typeface="+mn-lt"/>
              </a:defRPr>
            </a:lvl1pPr>
          </a:lstStyle>
          <a:p>
            <a:r>
              <a:rPr lang="en-US" dirty="0"/>
              <a:t>Click to edit Master title style</a:t>
            </a:r>
          </a:p>
        </p:txBody>
      </p:sp>
      <p:sp>
        <p:nvSpPr>
          <p:cNvPr id="11" name="Content Placeholder 6">
            <a:extLst>
              <a:ext uri="{FF2B5EF4-FFF2-40B4-BE49-F238E27FC236}">
                <a16:creationId xmlns:a16="http://schemas.microsoft.com/office/drawing/2014/main" id="{55D2680C-5363-8F4B-6FB7-E51E9E05C988}"/>
              </a:ext>
            </a:extLst>
          </p:cNvPr>
          <p:cNvSpPr>
            <a:spLocks noGrp="1"/>
          </p:cNvSpPr>
          <p:nvPr>
            <p:ph sz="quarter" idx="13" hasCustomPrompt="1"/>
          </p:nvPr>
        </p:nvSpPr>
        <p:spPr>
          <a:xfrm>
            <a:off x="1601724" y="1398813"/>
            <a:ext cx="8988552" cy="3145973"/>
          </a:xfrm>
        </p:spPr>
        <p:txBody>
          <a:bodyPr anchor="b">
            <a:normAutofit/>
          </a:bodyPr>
          <a:lstStyle>
            <a:lvl1pPr marL="0" indent="0" algn="l">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7/31/2026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CD0DE2B7-EB22-2F5C-EF67-76C44224FDB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601723" y="4669972"/>
            <a:ext cx="8988551" cy="832346"/>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601724" y="1398813"/>
            <a:ext cx="8988552" cy="3145973"/>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7/31/2026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AF5D0C1F-1910-D1D3-C257-A50E730FB8BC}"/>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4"/>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1061213" y="4669972"/>
            <a:ext cx="10069575" cy="1088572"/>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1061212" y="1398813"/>
            <a:ext cx="10069576" cy="3145973"/>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7/31/2026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636205"/>
            <a:ext cx="9191625" cy="3585591"/>
          </a:xfrm>
        </p:spPr>
        <p:txBody>
          <a:bodyPr anchor="ctr">
            <a:no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7/31/2026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tatem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00188" y="1636205"/>
            <a:ext cx="9191625" cy="3585591"/>
          </a:xfrm>
        </p:spPr>
        <p:txBody>
          <a:bodyPr anchor="ctr">
            <a:no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8CC6DBA-5967-4D4F-9608-7CC4DFDA88DC}" type="datetime1">
              <a:rPr lang="en-US" smtClean="0"/>
              <a:t>7/31/2026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10" name="Rectangle 9">
            <a:extLst>
              <a:ext uri="{FF2B5EF4-FFF2-40B4-BE49-F238E27FC236}">
                <a16:creationId xmlns:a16="http://schemas.microsoft.com/office/drawing/2014/main" id="{046E25A4-0CFC-F2A6-5BDE-BEBF00F7CEA8}"/>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6622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8" y="1636205"/>
            <a:ext cx="10023579" cy="3585591"/>
          </a:xfrm>
        </p:spPr>
        <p:txBody>
          <a:bodyPr anchor="ctr">
            <a:noAutofit/>
          </a:bodyPr>
          <a:lstStyle>
            <a:lvl1pPr marL="0" indent="0" algn="l">
              <a:lnSpc>
                <a:spcPct val="100000"/>
              </a:lnSpc>
              <a:buNone/>
              <a:defRPr sz="4800" b="0">
                <a:latin typeface="+mj-lt"/>
              </a:defRPr>
            </a:lvl1pPr>
            <a:lvl2pPr marL="228600" indent="0" algn="l">
              <a:lnSpc>
                <a:spcPct val="100000"/>
              </a:lnSpc>
              <a:buNone/>
              <a:defRPr sz="4800" b="0">
                <a:latin typeface="+mj-lt"/>
              </a:defRPr>
            </a:lvl2pPr>
            <a:lvl3pPr marL="457200" indent="0" algn="l">
              <a:lnSpc>
                <a:spcPct val="100000"/>
              </a:lnSpc>
              <a:buNone/>
              <a:defRPr sz="4800" b="0">
                <a:latin typeface="+mj-lt"/>
              </a:defRPr>
            </a:lvl3pPr>
            <a:lvl4pPr marL="685800" indent="0" algn="l">
              <a:lnSpc>
                <a:spcPct val="100000"/>
              </a:lnSpc>
              <a:buNone/>
              <a:defRPr sz="4800" b="0">
                <a:latin typeface="+mj-lt"/>
              </a:defRPr>
            </a:lvl4pPr>
            <a:lvl5pPr marL="914400" indent="0" algn="l">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7/31/2026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7/31/2026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7/31/2026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7/31/2026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794655" y="2217961"/>
            <a:ext cx="4873048" cy="409612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524299" y="2217961"/>
            <a:ext cx="4883928" cy="409612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7/31/2026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22064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5040" y="2908301"/>
            <a:ext cx="5183188" cy="3107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794656" y="2908301"/>
            <a:ext cx="5157788" cy="3107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5040" y="22064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7/31/2026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7/31/2026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2"/>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7/31/2026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7/31/2026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p:nvPr>
        </p:nvSpPr>
        <p:spPr>
          <a:xfrm>
            <a:off x="5027693" y="351064"/>
            <a:ext cx="6826850" cy="6155870"/>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solidFill>
              <a:schemeClr val="tx1"/>
            </a:solidFill>
            <a:miter lim="800000"/>
          </a:ln>
        </p:spPr>
        <p:txBody>
          <a:body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7/31/2026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8338" y="734785"/>
            <a:ext cx="10860767" cy="1899558"/>
          </a:xfrm>
        </p:spPr>
        <p:txBody>
          <a:bodyPr anchor="ctr">
            <a:no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6445" y="3461659"/>
            <a:ext cx="10862663" cy="2743200"/>
          </a:xfrm>
        </p:spPr>
        <p:txBody>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0E0F0EB-E3CD-4DFD-ADFD-CB1276891D7A}"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4DA73EF4-B3A4-C91B-C926-DFEBF369D4CD}"/>
              </a:ext>
            </a:extLst>
          </p:cNvPr>
          <p:cNvSpPr/>
          <p:nvPr/>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7F976A88-3D90-1E33-A9D8-DAACF1FA80C1}"/>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923652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8234" y="1627318"/>
            <a:ext cx="8430767" cy="1842020"/>
          </a:xfrm>
        </p:spPr>
        <p:txBody>
          <a:bodyPr anchor="b">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8362"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80CD416-224D-4632-8302-C1A0B05C0690}"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C57FA380-B447-5FA8-345F-B2F822AE0F9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7925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ED31C6D-C872-21AF-E894-7909C9E98840}"/>
              </a:ext>
            </a:extLst>
          </p:cNvPr>
          <p:cNvSpPr>
            <a:spLocks noGrp="1"/>
          </p:cNvSpPr>
          <p:nvPr>
            <p:ph type="title"/>
          </p:nvPr>
        </p:nvSpPr>
        <p:spPr>
          <a:xfrm>
            <a:off x="795528" y="842464"/>
            <a:ext cx="7204455" cy="1099457"/>
          </a:xfrm>
        </p:spPr>
        <p:txBody>
          <a:bodyPr/>
          <a:lstStyle>
            <a:lvl1pPr>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95528" y="2034949"/>
            <a:ext cx="7204455" cy="416991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9BD70567-A2BD-F33E-3F80-9A1889D51AF5}"/>
              </a:ext>
            </a:extLst>
          </p:cNvPr>
          <p:cNvSpPr>
            <a:spLocks noGrp="1"/>
          </p:cNvSpPr>
          <p:nvPr>
            <p:ph type="pic" sz="quarter" idx="14"/>
          </p:nvPr>
        </p:nvSpPr>
        <p:spPr>
          <a:xfrm>
            <a:off x="8616581" y="361188"/>
            <a:ext cx="3227832" cy="6135624"/>
          </a:xfrm>
          <a:blipFill dpi="0" rotWithShape="1">
            <a:blip r:embed="rId2" cstate="email">
              <a:alphaModFix amt="50000"/>
              <a:extLst>
                <a:ext uri="{28A0092B-C50C-407E-A947-70E740481C1C}">
                  <a14:useLocalDpi xmlns:a14="http://schemas.microsoft.com/office/drawing/2010/main"/>
                </a:ext>
              </a:extLst>
            </a:blip>
            <a:srcRect/>
            <a:stretch>
              <a:fillRect/>
            </a:stretch>
          </a:blipFill>
          <a:ln w="19050">
            <a:noFill/>
            <a:miter lim="800000"/>
          </a:ln>
        </p:spPr>
        <p:txBody>
          <a:bodyPr/>
          <a:lstStyle/>
          <a:p>
            <a:r>
              <a:rPr lang="en-US" dirty="0"/>
              <a:t>Click icon to add picture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0E0F0EB-E3CD-4DFD-ADFD-CB1276891D7A}" type="datetime1">
              <a:rPr lang="en-US" smtClean="0"/>
              <a:t>7/31/2026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Rectangle 8">
            <a:extLst>
              <a:ext uri="{FF2B5EF4-FFF2-40B4-BE49-F238E27FC236}">
                <a16:creationId xmlns:a16="http://schemas.microsoft.com/office/drawing/2014/main" id="{944B8A01-CD47-ECD4-67B2-C013AFFE6B8B}"/>
              </a:ext>
            </a:extLst>
          </p:cNvPr>
          <p:cNvSpPr/>
          <p:nvPr userDrawn="1"/>
        </p:nvSpPr>
        <p:spPr>
          <a:xfrm>
            <a:off x="337456" y="351065"/>
            <a:ext cx="81260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CC5E1A5-04A2-D0FF-CA5F-0F7CB3B65A78}"/>
              </a:ext>
            </a:extLst>
          </p:cNvPr>
          <p:cNvSpPr/>
          <p:nvPr userDrawn="1"/>
        </p:nvSpPr>
        <p:spPr>
          <a:xfrm>
            <a:off x="8606452" y="351065"/>
            <a:ext cx="3248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163141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a:defRPr sz="900">
                <a:solidFill>
                  <a:schemeClr val="tx1"/>
                </a:solidFill>
              </a:defRPr>
            </a:lvl1pPr>
          </a:lstStyle>
          <a:p>
            <a:fld id="{CA325475-EA0F-49B2-A586-CC0D8CB91667}" type="datetime1">
              <a:rPr lang="en-US" smtClean="0"/>
              <a:t>7/31/2026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085041" y="6498770"/>
            <a:ext cx="2805405" cy="359229"/>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40682" y="6498770"/>
            <a:ext cx="429207" cy="35922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83" r:id="rId5"/>
    <p:sldLayoutId id="2147483830" r:id="rId6"/>
    <p:sldLayoutId id="2147483831" r:id="rId7"/>
    <p:sldLayoutId id="2147483832" r:id="rId8"/>
    <p:sldLayoutId id="2147483833" r:id="rId9"/>
    <p:sldLayoutId id="2147483834" r:id="rId10"/>
    <p:sldLayoutId id="2147483835" r:id="rId11"/>
    <p:sldLayoutId id="2147483878" r:id="rId12"/>
    <p:sldLayoutId id="2147483836" r:id="rId13"/>
    <p:sldLayoutId id="2147483837" r:id="rId14"/>
    <p:sldLayoutId id="2147483838" r:id="rId15"/>
    <p:sldLayoutId id="2147483839" r:id="rId16"/>
    <p:sldLayoutId id="2147483840" r:id="rId17"/>
    <p:sldLayoutId id="2147483841" r:id="rId18"/>
    <p:sldLayoutId id="2147483880" r:id="rId19"/>
    <p:sldLayoutId id="2147483842" r:id="rId20"/>
    <p:sldLayoutId id="2147483843" r:id="rId21"/>
    <p:sldLayoutId id="2147483844" r:id="rId22"/>
    <p:sldLayoutId id="2147483845" r:id="rId23"/>
    <p:sldLayoutId id="2147483846" r:id="rId24"/>
    <p:sldLayoutId id="2147483847" r:id="rId25"/>
    <p:sldLayoutId id="2147483848" r:id="rId26"/>
    <p:sldLayoutId id="2147483849" r:id="rId27"/>
    <p:sldLayoutId id="2147483850" r:id="rId28"/>
    <p:sldLayoutId id="2147483851" r:id="rId29"/>
    <p:sldLayoutId id="2147483852" r:id="rId30"/>
    <p:sldLayoutId id="2147483881" r:id="rId31"/>
    <p:sldLayoutId id="2147483882" r:id="rId32"/>
    <p:sldLayoutId id="2147483855" r:id="rId33"/>
    <p:sldLayoutId id="2147483856" r:id="rId34"/>
    <p:sldLayoutId id="2147483857" r:id="rId35"/>
    <p:sldLayoutId id="2147483884" r:id="rId36"/>
    <p:sldLayoutId id="2147483879" r:id="rId37"/>
    <p:sldLayoutId id="2147483859" r:id="rId38"/>
    <p:sldLayoutId id="2147483860"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69" r:id="rId48"/>
    <p:sldLayoutId id="2147483870" r:id="rId49"/>
    <p:sldLayoutId id="2147483871" r:id="rId50"/>
    <p:sldLayoutId id="2147483872" r:id="rId51"/>
    <p:sldLayoutId id="2147483873" r:id="rId52"/>
    <p:sldLayoutId id="2147483874" r:id="rId53"/>
    <p:sldLayoutId id="2147483876" r:id="rId54"/>
    <p:sldLayoutId id="2147483875" r:id="rId55"/>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sz="1200" kern="120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sz="1100" kern="120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1293454" y="1359777"/>
            <a:ext cx="6061383" cy="3212224"/>
          </a:xfrm>
        </p:spPr>
        <p:txBody>
          <a:bodyPr>
            <a:normAutofit/>
          </a:bodyPr>
          <a:lstStyle/>
          <a:p>
            <a:r>
              <a:rPr lang="en-US" sz="5400" dirty="0">
                <a:latin typeface="Times New Roman"/>
                <a:cs typeface="Times New Roman"/>
              </a:rPr>
              <a:t>Cross-Platform Mobile Marketplace Application for Wholesale Buyers</a:t>
            </a:r>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a:xfrm>
            <a:off x="1415846" y="4572001"/>
            <a:ext cx="5938992" cy="1119351"/>
          </a:xfrm>
        </p:spPr>
        <p:txBody>
          <a:bodyPr>
            <a:noAutofit/>
          </a:bodyPr>
          <a:lstStyle/>
          <a:p>
            <a:pPr>
              <a:lnSpc>
                <a:spcPct val="100000"/>
              </a:lnSpc>
            </a:pPr>
            <a:r>
              <a:rPr lang="en-US" sz="1400" dirty="0">
                <a:latin typeface="Times New Roman" panose="02020603050405020304" pitchFamily="18" charset="0"/>
                <a:cs typeface="Times New Roman" panose="02020603050405020304" pitchFamily="18" charset="0"/>
              </a:rPr>
              <a:t>V.RAGAVI (192421192)</a:t>
            </a:r>
          </a:p>
          <a:p>
            <a:pPr>
              <a:lnSpc>
                <a:spcPct val="100000"/>
              </a:lnSpc>
            </a:pPr>
            <a:r>
              <a:rPr lang="en-US" sz="1400" dirty="0">
                <a:latin typeface="Times New Roman" panose="02020603050405020304" pitchFamily="18" charset="0"/>
                <a:cs typeface="Times New Roman" panose="02020603050405020304" pitchFamily="18" charset="0"/>
              </a:rPr>
              <a:t>S.MAHITHA(192521065)</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L.SUPRIYA(192421185)</a:t>
            </a:r>
          </a:p>
          <a:p>
            <a:pPr>
              <a:lnSpc>
                <a:spcPct val="100000"/>
              </a:lnSpc>
            </a:pPr>
            <a:r>
              <a:rPr lang="en-US" sz="1400" dirty="0">
                <a:latin typeface="Times New Roman" panose="02020603050405020304" pitchFamily="18" charset="0"/>
                <a:cs typeface="Times New Roman" panose="02020603050405020304" pitchFamily="18" charset="0"/>
              </a:rPr>
              <a:t>S.HANSIKA(192421164)</a:t>
            </a:r>
          </a:p>
        </p:txBody>
      </p:sp>
      <p:sp>
        <p:nvSpPr>
          <p:cNvPr id="6" name="Picture Placeholder 5">
            <a:extLst>
              <a:ext uri="{FF2B5EF4-FFF2-40B4-BE49-F238E27FC236}">
                <a16:creationId xmlns:a16="http://schemas.microsoft.com/office/drawing/2014/main" id="{679FC7E3-C35D-398C-318B-BCB0143926F9}"/>
              </a:ext>
            </a:extLst>
          </p:cNvPr>
          <p:cNvSpPr>
            <a:spLocks noGrp="1"/>
          </p:cNvSpPr>
          <p:nvPr>
            <p:ph type="pic" sz="quarter" idx="13"/>
          </p:nvPr>
        </p:nvSpPr>
        <p:spPr/>
      </p:sp>
      <p:pic>
        <p:nvPicPr>
          <p:cNvPr id="7" name="Picture 6" descr="A person holding a cell phone&#10;&#10;AI-generated content may be incorrect.">
            <a:extLst>
              <a:ext uri="{FF2B5EF4-FFF2-40B4-BE49-F238E27FC236}">
                <a16:creationId xmlns:a16="http://schemas.microsoft.com/office/drawing/2014/main" id="{EF32758D-3C82-EC05-8CAC-509FEA5662FD}"/>
              </a:ext>
            </a:extLst>
          </p:cNvPr>
          <p:cNvPicPr>
            <a:picLocks noChangeAspect="1"/>
          </p:cNvPicPr>
          <p:nvPr/>
        </p:nvPicPr>
        <p:blipFill>
          <a:blip r:embed="rId3"/>
          <a:srcRect r="153" b="2007"/>
          <a:stretch>
            <a:fillRect/>
          </a:stretch>
        </p:blipFill>
        <p:spPr>
          <a:xfrm>
            <a:off x="7850364" y="880885"/>
            <a:ext cx="3208171" cy="5096137"/>
          </a:xfrm>
          <a:prstGeom prst="rect">
            <a:avLst/>
          </a:prstGeom>
        </p:spPr>
      </p:pic>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3645100" y="842464"/>
            <a:ext cx="7763128" cy="1099457"/>
          </a:xfrm>
        </p:spPr>
        <p:txBody>
          <a:bodyPr/>
          <a:lstStyle/>
          <a:p>
            <a:r>
              <a:rPr lang="en-US" b="1"/>
              <a:t>INTRODUCTION</a:t>
            </a:r>
          </a:p>
        </p:txBody>
      </p:sp>
      <p:sp>
        <p:nvSpPr>
          <p:cNvPr id="3" name="Content Placeholder 2">
            <a:extLst>
              <a:ext uri="{FF2B5EF4-FFF2-40B4-BE49-F238E27FC236}">
                <a16:creationId xmlns:a16="http://schemas.microsoft.com/office/drawing/2014/main" id="{79BC7904-BA22-561E-1DE0-8E716FCEA69E}"/>
              </a:ext>
            </a:extLst>
          </p:cNvPr>
          <p:cNvSpPr>
            <a:spLocks noGrp="1"/>
          </p:cNvSpPr>
          <p:nvPr>
            <p:ph idx="1"/>
          </p:nvPr>
        </p:nvSpPr>
        <p:spPr>
          <a:xfrm>
            <a:off x="805945" y="1683658"/>
            <a:ext cx="10602284" cy="4374242"/>
          </a:xfrm>
        </p:spPr>
        <p:txBody>
          <a:bodyPr vert="horz" lIns="91440" tIns="45720" rIns="91440" bIns="45720" rtlCol="0" anchor="t">
            <a:normAutofit lnSpcReduction="10000"/>
          </a:bodyPr>
          <a:lstStyle/>
          <a:p>
            <a:pPr algn="just">
              <a:buFont typeface="Arial"/>
              <a:buChar char="•"/>
            </a:pPr>
            <a:r>
              <a:rPr lang="en-US" sz="2400" dirty="0">
                <a:latin typeface="Times New Roman"/>
                <a:cs typeface="Times New Roman"/>
              </a:rPr>
              <a:t>A</a:t>
            </a:r>
            <a:r>
              <a:rPr lang="en-US" sz="2400" dirty="0">
                <a:latin typeface="Times New Roman"/>
                <a:ea typeface="+mn-lt"/>
                <a:cs typeface="Times New Roman"/>
              </a:rPr>
              <a:t> </a:t>
            </a:r>
            <a:r>
              <a:rPr lang="en-US" sz="2400" b="1" dirty="0">
                <a:latin typeface="Times New Roman"/>
                <a:ea typeface="+mn-lt"/>
                <a:cs typeface="Times New Roman"/>
              </a:rPr>
              <a:t>Cross-Platform Mobile Marketplace Application for Wholesale Buyers</a:t>
            </a:r>
            <a:r>
              <a:rPr lang="en-US" sz="2400" dirty="0">
                <a:latin typeface="Times New Roman"/>
                <a:ea typeface="+mn-lt"/>
                <a:cs typeface="Times New Roman"/>
              </a:rPr>
              <a:t> is a modern digital solution that simplifies the process of purchasing goods in bulk by connecting wholesale buyers with suppliers through a single mobile platform. </a:t>
            </a:r>
            <a:endParaRPr lang="en-US" sz="2400">
              <a:latin typeface="Times New Roman"/>
              <a:ea typeface="+mn-lt"/>
              <a:cs typeface="Times New Roman"/>
            </a:endParaRPr>
          </a:p>
          <a:p>
            <a:pPr algn="just">
              <a:buFont typeface="Arial"/>
              <a:buChar char="•"/>
            </a:pPr>
            <a:r>
              <a:rPr lang="en-US" sz="2400">
                <a:latin typeface="Times New Roman"/>
                <a:ea typeface="+mn-lt"/>
                <a:cs typeface="Times New Roman"/>
              </a:rPr>
              <a:t>Developed using cross-platform technologies such as </a:t>
            </a:r>
            <a:r>
              <a:rPr lang="en-US" sz="2400" dirty="0">
                <a:latin typeface="Times New Roman"/>
                <a:ea typeface="+mn-lt"/>
                <a:cs typeface="Times New Roman"/>
              </a:rPr>
              <a:t>Flutter or React Native, the application works seamlessly on both Android and iOS devices, providing a consistent and user-friendly experience. </a:t>
            </a:r>
          </a:p>
          <a:p>
            <a:pPr algn="just">
              <a:buFont typeface="Arial"/>
              <a:buChar char="•"/>
            </a:pPr>
            <a:r>
              <a:rPr lang="en-US" sz="2400">
                <a:latin typeface="Times New Roman"/>
                <a:ea typeface="+mn-lt"/>
                <a:cs typeface="Times New Roman"/>
              </a:rPr>
              <a:t>It enables buyers to browse products, compare prices, place </a:t>
            </a:r>
            <a:r>
              <a:rPr lang="en-US" sz="2400" dirty="0">
                <a:latin typeface="Times New Roman"/>
                <a:ea typeface="+mn-lt"/>
                <a:cs typeface="Times New Roman"/>
              </a:rPr>
              <a:t>bulk orders, make secure online payments, and track deliveries in real time, while suppliers can </a:t>
            </a:r>
            <a:r>
              <a:rPr lang="en-US" sz="2400">
                <a:latin typeface="Times New Roman"/>
                <a:ea typeface="+mn-lt"/>
                <a:cs typeface="Times New Roman"/>
              </a:rPr>
              <a:t>efficiently manage products, inventory, and customer orders. </a:t>
            </a:r>
            <a:endParaRPr lang="en-US" sz="2400" dirty="0">
              <a:latin typeface="Times New Roman"/>
              <a:cs typeface="Times New Roman"/>
            </a:endParaRPr>
          </a:p>
        </p:txBody>
      </p:sp>
    </p:spTree>
    <p:extLst>
      <p:ext uri="{BB962C8B-B14F-4D97-AF65-F5344CB8AC3E}">
        <p14:creationId xmlns:p14="http://schemas.microsoft.com/office/powerpoint/2010/main" val="154517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3630254" y="1342843"/>
            <a:ext cx="4927127" cy="747355"/>
          </a:xfrm>
        </p:spPr>
        <p:txBody>
          <a:bodyPr>
            <a:normAutofit/>
          </a:bodyPr>
          <a:lstStyle/>
          <a:p>
            <a:r>
              <a:rPr lang="en-US" sz="4800" b="1"/>
              <a:t>OBJECTIVE</a:t>
            </a:r>
          </a:p>
        </p:txBody>
      </p:sp>
      <p:sp>
        <p:nvSpPr>
          <p:cNvPr id="3" name="TextBox 2">
            <a:extLst>
              <a:ext uri="{FF2B5EF4-FFF2-40B4-BE49-F238E27FC236}">
                <a16:creationId xmlns:a16="http://schemas.microsoft.com/office/drawing/2014/main" id="{C4BEFCB9-EFBA-7D64-7D39-EB59A3FB3DA3}"/>
              </a:ext>
            </a:extLst>
          </p:cNvPr>
          <p:cNvSpPr txBox="1"/>
          <p:nvPr/>
        </p:nvSpPr>
        <p:spPr>
          <a:xfrm>
            <a:off x="1701083" y="2244480"/>
            <a:ext cx="8654270"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latin typeface="Times New Roman"/>
                <a:ea typeface="+mn-lt"/>
                <a:cs typeface="Times New Roman"/>
              </a:rPr>
              <a:t>To develop a cross-platform mobile marketplace for wholesale buyers.</a:t>
            </a:r>
            <a:endParaRPr lang="en-US" sz="2800">
              <a:latin typeface="Times New Roman"/>
              <a:cs typeface="Times New Roman"/>
            </a:endParaRPr>
          </a:p>
          <a:p>
            <a:pPr marL="285750" indent="-285750">
              <a:buFont typeface="Arial"/>
              <a:buChar char="•"/>
            </a:pPr>
            <a:r>
              <a:rPr lang="en-US" sz="2800">
                <a:latin typeface="Times New Roman"/>
                <a:ea typeface="+mn-lt"/>
                <a:cs typeface="Times New Roman"/>
              </a:rPr>
              <a:t>To enable secure bulk ordering and online payments.</a:t>
            </a:r>
            <a:endParaRPr lang="en-US" sz="2800">
              <a:latin typeface="Times New Roman"/>
              <a:cs typeface="Times New Roman"/>
            </a:endParaRPr>
          </a:p>
          <a:p>
            <a:pPr marL="285750" indent="-285750">
              <a:buFont typeface="Arial"/>
              <a:buChar char="•"/>
            </a:pPr>
            <a:r>
              <a:rPr lang="en-US" sz="2800">
                <a:latin typeface="Times New Roman"/>
                <a:ea typeface="+mn-lt"/>
                <a:cs typeface="Times New Roman"/>
              </a:rPr>
              <a:t>To simplify product and inventory management for suppliers.</a:t>
            </a:r>
            <a:endParaRPr lang="en-US" sz="2800">
              <a:latin typeface="Times New Roman"/>
              <a:cs typeface="Times New Roman"/>
            </a:endParaRPr>
          </a:p>
          <a:p>
            <a:pPr marL="285750" indent="-285750">
              <a:buFont typeface="Arial"/>
              <a:buChar char="•"/>
            </a:pPr>
            <a:r>
              <a:rPr lang="en-US" sz="2800">
                <a:latin typeface="Times New Roman"/>
                <a:ea typeface="+mn-lt"/>
                <a:cs typeface="Times New Roman"/>
              </a:rPr>
              <a:t>To improve efficiency and communication in wholesale transactions.</a:t>
            </a:r>
            <a:endParaRPr lang="en-US" sz="2800">
              <a:latin typeface="Times New Roman"/>
              <a:cs typeface="Times New Roman"/>
            </a:endParaRPr>
          </a:p>
          <a:p>
            <a:pPr algn="l"/>
            <a:endParaRPr lang="en-US" sz="2800" dirty="0">
              <a:latin typeface="Times New Roman"/>
              <a:cs typeface="Times New Roman"/>
            </a:endParaRPr>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BD8E7FE-8B86-BE22-54AB-A188E6AE0F58}"/>
              </a:ext>
            </a:extLst>
          </p:cNvPr>
          <p:cNvGraphicFramePr>
            <a:graphicFrameLocks noGrp="1"/>
          </p:cNvGraphicFramePr>
          <p:nvPr>
            <p:extLst>
              <p:ext uri="{D42A27DB-BD31-4B8C-83A1-F6EECF244321}">
                <p14:modId xmlns:p14="http://schemas.microsoft.com/office/powerpoint/2010/main" val="3338045126"/>
              </p:ext>
            </p:extLst>
          </p:nvPr>
        </p:nvGraphicFramePr>
        <p:xfrm>
          <a:off x="1248697" y="1012723"/>
          <a:ext cx="9551940" cy="4748980"/>
        </p:xfrm>
        <a:graphic>
          <a:graphicData uri="http://schemas.openxmlformats.org/drawingml/2006/table">
            <a:tbl>
              <a:tblPr/>
              <a:tblGrid>
                <a:gridCol w="3168974">
                  <a:extLst>
                    <a:ext uri="{9D8B030D-6E8A-4147-A177-3AD203B41FA5}">
                      <a16:colId xmlns:a16="http://schemas.microsoft.com/office/drawing/2014/main" val="1218652088"/>
                    </a:ext>
                  </a:extLst>
                </a:gridCol>
                <a:gridCol w="6382966">
                  <a:extLst>
                    <a:ext uri="{9D8B030D-6E8A-4147-A177-3AD203B41FA5}">
                      <a16:colId xmlns:a16="http://schemas.microsoft.com/office/drawing/2014/main" val="3532710426"/>
                    </a:ext>
                  </a:extLst>
                </a:gridCol>
              </a:tblGrid>
              <a:tr h="487075">
                <a:tc>
                  <a:txBody>
                    <a:bodyPr/>
                    <a:lstStyle/>
                    <a:p>
                      <a:pPr>
                        <a:buNone/>
                      </a:pPr>
                      <a:r>
                        <a:rPr lang="en-IN" sz="2000" b="1">
                          <a:latin typeface="Times New Roman" panose="02020603050405020304" pitchFamily="18" charset="0"/>
                          <a:cs typeface="Times New Roman" panose="02020603050405020304" pitchFamily="18" charset="0"/>
                        </a:rPr>
                        <a:t>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Innovative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4747446"/>
                  </a:ext>
                </a:extLst>
              </a:tr>
              <a:tr h="852381">
                <a:tc>
                  <a:txBody>
                    <a:bodyPr/>
                    <a:lstStyle/>
                    <a:p>
                      <a:pPr>
                        <a:buNone/>
                      </a:pPr>
                      <a:r>
                        <a:rPr lang="en-IN" sz="2000" b="1" dirty="0">
                          <a:latin typeface="Times New Roman" panose="02020603050405020304" pitchFamily="18" charset="0"/>
                          <a:cs typeface="Times New Roman" panose="02020603050405020304" pitchFamily="18" charset="0"/>
                        </a:rPr>
                        <a:t>Mobile Commerce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Enables fast and convenient wholesale purchasing through smartphones.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9816144"/>
                  </a:ext>
                </a:extLst>
              </a:tr>
              <a:tr h="852381">
                <a:tc>
                  <a:txBody>
                    <a:bodyPr/>
                    <a:lstStyle/>
                    <a:p>
                      <a:pPr>
                        <a:buNone/>
                      </a:pPr>
                      <a:r>
                        <a:rPr lang="en-IN" sz="2000" b="1">
                          <a:latin typeface="Times New Roman" panose="02020603050405020304" pitchFamily="18" charset="0"/>
                          <a:cs typeface="Times New Roman" panose="02020603050405020304" pitchFamily="18" charset="0"/>
                        </a:rPr>
                        <a:t>Cross-Platform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Supports Android and iOS with reduced cost and development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9208992"/>
                  </a:ext>
                </a:extLst>
              </a:tr>
              <a:tr h="852381">
                <a:tc>
                  <a:txBody>
                    <a:bodyPr/>
                    <a:lstStyle/>
                    <a:p>
                      <a:pPr>
                        <a:buNone/>
                      </a:pPr>
                      <a:r>
                        <a:rPr lang="en-IN" sz="2000" b="1" dirty="0">
                          <a:latin typeface="Times New Roman" panose="02020603050405020304" pitchFamily="18" charset="0"/>
                          <a:cs typeface="Times New Roman" panose="02020603050405020304" pitchFamily="18" charset="0"/>
                        </a:rPr>
                        <a:t>Smart Marketplace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Provides bulk ordering, supplier connection, and real-time product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9615464"/>
                  </a:ext>
                </a:extLst>
              </a:tr>
              <a:tr h="852381">
                <a:tc>
                  <a:txBody>
                    <a:bodyPr/>
                    <a:lstStyle/>
                    <a:p>
                      <a:pPr>
                        <a:buNone/>
                      </a:pPr>
                      <a:r>
                        <a:rPr lang="en-IN" sz="2000" b="1">
                          <a:latin typeface="Times New Roman" panose="02020603050405020304" pitchFamily="18" charset="0"/>
                          <a:cs typeface="Times New Roman" panose="02020603050405020304" pitchFamily="18" charset="0"/>
                        </a:rPr>
                        <a:t>Cloud &amp;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latin typeface="Times New Roman" panose="02020603050405020304" pitchFamily="18" charset="0"/>
                          <a:cs typeface="Times New Roman" panose="02020603050405020304" pitchFamily="18" charset="0"/>
                        </a:rPr>
                        <a:t>Ensures data synchronization, secure payments, and reliable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2754678"/>
                  </a:ext>
                </a:extLst>
              </a:tr>
              <a:tr h="852381">
                <a:tc>
                  <a:txBody>
                    <a:bodyPr/>
                    <a:lstStyle/>
                    <a:p>
                      <a:pPr>
                        <a:buNone/>
                      </a:pPr>
                      <a:r>
                        <a:rPr lang="en-IN" sz="2000" b="1" dirty="0">
                          <a:latin typeface="Times New Roman" panose="02020603050405020304" pitchFamily="18" charset="0"/>
                          <a:cs typeface="Times New Roman" panose="02020603050405020304" pitchFamily="18" charset="0"/>
                        </a:rPr>
                        <a:t>Future Innovation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AI recommendations and automation improve wholesale buying experiences.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376050"/>
                  </a:ext>
                </a:extLst>
              </a:tr>
            </a:tbl>
          </a:graphicData>
        </a:graphic>
      </p:graphicFrame>
      <p:sp>
        <p:nvSpPr>
          <p:cNvPr id="10" name="TextBox 9">
            <a:extLst>
              <a:ext uri="{FF2B5EF4-FFF2-40B4-BE49-F238E27FC236}">
                <a16:creationId xmlns:a16="http://schemas.microsoft.com/office/drawing/2014/main" id="{7AA3058B-DFE5-1185-B27A-56266297DC1A}"/>
              </a:ext>
            </a:extLst>
          </p:cNvPr>
          <p:cNvSpPr txBox="1"/>
          <p:nvPr/>
        </p:nvSpPr>
        <p:spPr>
          <a:xfrm>
            <a:off x="2900515" y="216311"/>
            <a:ext cx="489646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PROPOSED SOLUTION</a:t>
            </a:r>
          </a:p>
        </p:txBody>
      </p:sp>
    </p:spTree>
    <p:extLst>
      <p:ext uri="{BB962C8B-B14F-4D97-AF65-F5344CB8AC3E}">
        <p14:creationId xmlns:p14="http://schemas.microsoft.com/office/powerpoint/2010/main" val="948600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2B1CB6-9CE7-1B07-252A-1A15DC85E20F}"/>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580142" y="2053894"/>
            <a:ext cx="10969626" cy="4262924"/>
          </a:xfrm>
        </p:spPr>
        <p:txBody>
          <a:bodyPr/>
          <a:lstStyle/>
          <a:p>
            <a:pPr algn="l"/>
            <a:r>
              <a:rPr lang="en-US" sz="2800">
                <a:latin typeface="Times New Roman"/>
                <a:cs typeface="Times New Roman"/>
              </a:rPr>
              <a:t>Secure User Authentication and Account Management</a:t>
            </a:r>
            <a:endParaRPr lang="en-US" sz="2800" dirty="0">
              <a:latin typeface="Times New Roman"/>
              <a:cs typeface="Times New Roman"/>
            </a:endParaRPr>
          </a:p>
          <a:p>
            <a:pPr algn="l"/>
            <a:endParaRPr lang="en-US" sz="2800" dirty="0">
              <a:latin typeface="Times New Roman"/>
              <a:ea typeface="+mj-lt"/>
              <a:cs typeface="Times New Roman"/>
            </a:endParaRPr>
          </a:p>
          <a:p>
            <a:pPr marL="457200" indent="-457200" algn="just">
              <a:buChar char="•"/>
            </a:pPr>
            <a:r>
              <a:rPr lang="en-US" sz="2800">
                <a:latin typeface="Times New Roman"/>
                <a:ea typeface="+mj-lt"/>
                <a:cs typeface="Times New Roman"/>
              </a:rPr>
              <a:t>This module allows users to register, log in, and manage their accounts securely. </a:t>
            </a:r>
            <a:endParaRPr lang="en-US" sz="2800" dirty="0">
              <a:latin typeface="Times New Roman"/>
              <a:ea typeface="+mj-lt"/>
              <a:cs typeface="Times New Roman"/>
            </a:endParaRPr>
          </a:p>
          <a:p>
            <a:pPr marL="457200" indent="-457200" algn="just">
              <a:buChar char="•"/>
            </a:pPr>
            <a:r>
              <a:rPr lang="en-US" sz="2800">
                <a:latin typeface="Times New Roman"/>
                <a:ea typeface="+mj-lt"/>
                <a:cs typeface="Times New Roman"/>
              </a:rPr>
              <a:t>It includes features such as user authentication, profile management, password recovery, and role-based access for buyers and suppliers, ensuring secure access to the application.</a:t>
            </a:r>
            <a:endParaRPr lang="en-US" sz="2800">
              <a:latin typeface="Times New Roman"/>
              <a:cs typeface="Times New Roman"/>
            </a:endParaRPr>
          </a:p>
          <a:p>
            <a:pPr marL="457200" indent="-457200" algn="just">
              <a:buChar char="•"/>
            </a:pPr>
            <a:endParaRPr lang="en-US" sz="2800" dirty="0">
              <a:latin typeface="Times New Roman"/>
              <a:cs typeface="Times New Roman"/>
            </a:endParaRPr>
          </a:p>
          <a:p>
            <a:pPr algn="just"/>
            <a:endParaRPr lang="en-US" sz="2800" dirty="0">
              <a:latin typeface="Times New Roman"/>
              <a:cs typeface="Times New Roman"/>
            </a:endParaRPr>
          </a:p>
        </p:txBody>
      </p:sp>
      <p:sp>
        <p:nvSpPr>
          <p:cNvPr id="2" name="TextBox 1">
            <a:extLst>
              <a:ext uri="{FF2B5EF4-FFF2-40B4-BE49-F238E27FC236}">
                <a16:creationId xmlns:a16="http://schemas.microsoft.com/office/drawing/2014/main" id="{2D56465A-F0BD-EF7E-3674-B5742964CAB4}"/>
              </a:ext>
            </a:extLst>
          </p:cNvPr>
          <p:cNvSpPr txBox="1"/>
          <p:nvPr/>
        </p:nvSpPr>
        <p:spPr>
          <a:xfrm>
            <a:off x="4843506" y="814234"/>
            <a:ext cx="345784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latin typeface="Times New Roman"/>
                <a:cs typeface="Times New Roman"/>
              </a:rPr>
              <a:t>MODULE 1</a:t>
            </a:r>
          </a:p>
        </p:txBody>
      </p:sp>
    </p:spTree>
    <p:extLst>
      <p:ext uri="{BB962C8B-B14F-4D97-AF65-F5344CB8AC3E}">
        <p14:creationId xmlns:p14="http://schemas.microsoft.com/office/powerpoint/2010/main" val="1403495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88E373-3C7E-0A3C-13D9-DDCC12BD7694}"/>
              </a:ext>
            </a:extLst>
          </p:cNvPr>
          <p:cNvSpPr>
            <a:spLocks noGrp="1"/>
          </p:cNvSpPr>
          <p:nvPr>
            <p:ph sz="quarter" idx="13"/>
          </p:nvPr>
        </p:nvSpPr>
        <p:spPr>
          <a:xfrm>
            <a:off x="795528" y="2294349"/>
            <a:ext cx="10195758" cy="3729420"/>
          </a:xfrm>
        </p:spPr>
        <p:txBody>
          <a:bodyPr vert="horz" lIns="91440" tIns="45720" rIns="91440" bIns="45720" rtlCol="0" anchor="t">
            <a:normAutofit/>
          </a:bodyPr>
          <a:lstStyle/>
          <a:p>
            <a:pPr marL="0" indent="0" algn="just">
              <a:lnSpc>
                <a:spcPct val="100000"/>
              </a:lnSpc>
              <a:buNone/>
            </a:pPr>
            <a:r>
              <a:rPr lang="en-US" sz="2800">
                <a:latin typeface="Times New Roman"/>
                <a:cs typeface="Times New Roman"/>
              </a:rPr>
              <a:t>Intelligent Product Catalog and Inventory Management</a:t>
            </a:r>
            <a:endParaRPr lang="en-US"/>
          </a:p>
          <a:p>
            <a:pPr marL="0" indent="0" algn="just">
              <a:lnSpc>
                <a:spcPct val="100000"/>
              </a:lnSpc>
              <a:buNone/>
            </a:pPr>
            <a:endParaRPr lang="en-US" sz="2800" dirty="0">
              <a:latin typeface="Times New Roman"/>
              <a:cs typeface="Times New Roman"/>
            </a:endParaRPr>
          </a:p>
          <a:p>
            <a:pPr algn="just">
              <a:lnSpc>
                <a:spcPct val="100000"/>
              </a:lnSpc>
              <a:buFont typeface="Arial"/>
              <a:buChar char="•"/>
            </a:pPr>
            <a:r>
              <a:rPr lang="en-US" sz="2800" dirty="0">
                <a:latin typeface="Times New Roman"/>
                <a:cs typeface="Times New Roman"/>
              </a:rPr>
              <a:t>This module enables suppliers to add, update, and manage </a:t>
            </a:r>
            <a:r>
              <a:rPr lang="en-US" sz="2800" dirty="0" err="1">
                <a:latin typeface="Times New Roman"/>
                <a:cs typeface="Times New Roman"/>
              </a:rPr>
              <a:t>productinformation</a:t>
            </a:r>
            <a:r>
              <a:rPr lang="en-US" sz="2800" dirty="0">
                <a:latin typeface="Times New Roman"/>
                <a:cs typeface="Times New Roman"/>
              </a:rPr>
              <a:t>, including categories, prices, images, and stock levels. </a:t>
            </a:r>
          </a:p>
          <a:p>
            <a:pPr algn="just">
              <a:lnSpc>
                <a:spcPct val="100000"/>
              </a:lnSpc>
              <a:buFont typeface="Arial"/>
              <a:buChar char="•"/>
            </a:pPr>
            <a:r>
              <a:rPr lang="en-US" sz="2800" dirty="0" err="1">
                <a:latin typeface="Times New Roman"/>
                <a:cs typeface="Times New Roman"/>
              </a:rPr>
              <a:t>Buyerscan</a:t>
            </a:r>
            <a:r>
              <a:rPr lang="en-US" sz="2800" dirty="0">
                <a:latin typeface="Times New Roman"/>
                <a:cs typeface="Times New Roman"/>
              </a:rPr>
              <a:t> easily browse, search, and filter products, while real-time </a:t>
            </a:r>
            <a:r>
              <a:rPr lang="en-US" sz="2800" dirty="0" err="1">
                <a:latin typeface="Times New Roman"/>
                <a:cs typeface="Times New Roman"/>
              </a:rPr>
              <a:t>inventoryupdates</a:t>
            </a:r>
            <a:r>
              <a:rPr lang="en-US" sz="2800" dirty="0">
                <a:latin typeface="Times New Roman"/>
                <a:cs typeface="Times New Roman"/>
              </a:rPr>
              <a:t> help maintain accurate product availability.</a:t>
            </a:r>
            <a:endParaRPr lang="en-US" dirty="0"/>
          </a:p>
          <a:p>
            <a:pPr algn="ctr">
              <a:lnSpc>
                <a:spcPct val="100000"/>
              </a:lnSpc>
              <a:buFont typeface="Arial"/>
              <a:buChar char="•"/>
            </a:pPr>
            <a:endParaRPr lang="en-US" sz="2800" dirty="0">
              <a:latin typeface="Times New Roman"/>
              <a:cs typeface="Times New Roman"/>
            </a:endParaRPr>
          </a:p>
          <a:p>
            <a:pPr>
              <a:buFont typeface="Arial"/>
              <a:buChar char="•"/>
            </a:pPr>
            <a:endParaRPr lang="en-US" dirty="0"/>
          </a:p>
        </p:txBody>
      </p:sp>
      <p:sp>
        <p:nvSpPr>
          <p:cNvPr id="7" name="TextBox 6">
            <a:extLst>
              <a:ext uri="{FF2B5EF4-FFF2-40B4-BE49-F238E27FC236}">
                <a16:creationId xmlns:a16="http://schemas.microsoft.com/office/drawing/2014/main" id="{B92B6DC9-76BF-3072-E370-72B078DCAE20}"/>
              </a:ext>
            </a:extLst>
          </p:cNvPr>
          <p:cNvSpPr txBox="1"/>
          <p:nvPr/>
        </p:nvSpPr>
        <p:spPr>
          <a:xfrm>
            <a:off x="4284707" y="842456"/>
            <a:ext cx="342397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latin typeface="Times New Roman"/>
                <a:cs typeface="Times New Roman"/>
              </a:rPr>
              <a:t>MODULE 2</a:t>
            </a:r>
          </a:p>
        </p:txBody>
      </p:sp>
    </p:spTree>
    <p:extLst>
      <p:ext uri="{BB962C8B-B14F-4D97-AF65-F5344CB8AC3E}">
        <p14:creationId xmlns:p14="http://schemas.microsoft.com/office/powerpoint/2010/main" val="342561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360D7-F74C-CD9E-C576-1CB8FFE8778E}"/>
              </a:ext>
            </a:extLst>
          </p:cNvPr>
          <p:cNvSpPr>
            <a:spLocks noGrp="1"/>
          </p:cNvSpPr>
          <p:nvPr>
            <p:ph type="ctrTitle"/>
          </p:nvPr>
        </p:nvSpPr>
        <p:spPr>
          <a:xfrm>
            <a:off x="1406012" y="1205170"/>
            <a:ext cx="9429135" cy="4507372"/>
          </a:xfrm>
        </p:spPr>
        <p:txBody>
          <a:bodyPr vert="horz" lIns="91440" tIns="45720" rIns="91440" bIns="45720" rtlCol="0" anchor="t">
            <a:noAutofit/>
          </a:bodyPr>
          <a:lstStyle/>
          <a:p>
            <a:r>
              <a:rPr lang="en-US" sz="2000" dirty="0">
                <a:latin typeface="Times New Roman"/>
                <a:cs typeface="Times New Roman"/>
              </a:rPr>
              <a:t> </a:t>
            </a:r>
            <a:r>
              <a:rPr lang="en-US" sz="3600" b="1" dirty="0">
                <a:latin typeface="Times New Roman"/>
                <a:cs typeface="Times New Roman"/>
              </a:rPr>
              <a:t>Smart Order Processing and Secure Payment Management</a:t>
            </a:r>
            <a:br>
              <a:rPr lang="en-US" sz="2000" dirty="0">
                <a:latin typeface="Times New Roman"/>
                <a:cs typeface="Times New Roman"/>
              </a:rPr>
            </a:br>
            <a:br>
              <a:rPr lang="en-IN" sz="2000" b="1" dirty="0"/>
            </a:br>
            <a:r>
              <a:rPr lang="en-IN" sz="2000" b="1" dirty="0"/>
              <a:t>AI-powered order processing</a:t>
            </a:r>
            <a:r>
              <a:rPr lang="en-IN" sz="2000" dirty="0"/>
              <a:t> for faster and accurate wholesale order handling.</a:t>
            </a:r>
            <a:br>
              <a:rPr lang="en-IN" sz="2000" dirty="0"/>
            </a:br>
            <a:br>
              <a:rPr lang="en-IN" sz="2000" dirty="0"/>
            </a:br>
            <a:r>
              <a:rPr lang="en-IN" sz="2000" b="1" dirty="0"/>
              <a:t>Smart bulk order management</a:t>
            </a:r>
            <a:r>
              <a:rPr lang="en-IN" sz="2000" dirty="0"/>
              <a:t> to optimize large quantity purchases and reduce manual errors.</a:t>
            </a:r>
            <a:br>
              <a:rPr lang="en-IN" sz="2000" dirty="0"/>
            </a:br>
            <a:br>
              <a:rPr lang="en-IN" sz="2000" dirty="0"/>
            </a:br>
            <a:r>
              <a:rPr lang="en-IN" sz="2000" b="1" dirty="0"/>
              <a:t>Real-time order tracking system</a:t>
            </a:r>
            <a:r>
              <a:rPr lang="en-IN" sz="2000" dirty="0"/>
              <a:t> with instant status updates and delivery notifications.</a:t>
            </a:r>
            <a:br>
              <a:rPr lang="en-IN" sz="2000" dirty="0"/>
            </a:br>
            <a:br>
              <a:rPr lang="en-IN" sz="2000" dirty="0"/>
            </a:br>
            <a:r>
              <a:rPr lang="en-IN" sz="2000" b="1" dirty="0"/>
              <a:t>Automated invoice generation</a:t>
            </a:r>
            <a:r>
              <a:rPr lang="en-IN" sz="2000" dirty="0"/>
              <a:t> for transparent and efficient business transactions.</a:t>
            </a:r>
            <a:br>
              <a:rPr lang="en-IN" sz="2000" dirty="0"/>
            </a:br>
            <a:br>
              <a:rPr lang="en-IN" sz="2000" dirty="0"/>
            </a:br>
            <a:r>
              <a:rPr lang="en-IN" sz="2000" b="1" dirty="0"/>
              <a:t>Secure digital payment gateway</a:t>
            </a:r>
            <a:r>
              <a:rPr lang="en-IN" sz="2000" dirty="0"/>
              <a:t> with encryption and authentication for safe payments.</a:t>
            </a:r>
            <a:br>
              <a:rPr lang="en-IN" sz="2000" dirty="0"/>
            </a:br>
            <a:endParaRPr lang="en-US" sz="2000" dirty="0">
              <a:latin typeface="Times New Roman"/>
              <a:cs typeface="Times New Roman"/>
            </a:endParaRPr>
          </a:p>
        </p:txBody>
      </p:sp>
      <p:sp>
        <p:nvSpPr>
          <p:cNvPr id="3" name="TextBox 2">
            <a:extLst>
              <a:ext uri="{FF2B5EF4-FFF2-40B4-BE49-F238E27FC236}">
                <a16:creationId xmlns:a16="http://schemas.microsoft.com/office/drawing/2014/main" id="{4AC0A84D-2716-38BD-055B-2318C14EDEAA}"/>
              </a:ext>
            </a:extLst>
          </p:cNvPr>
          <p:cNvSpPr txBox="1"/>
          <p:nvPr/>
        </p:nvSpPr>
        <p:spPr>
          <a:xfrm>
            <a:off x="3987864" y="95079"/>
            <a:ext cx="3718635"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Bef>
                <a:spcPts val="1000"/>
              </a:spcBef>
            </a:pPr>
            <a:r>
              <a:rPr lang="en-US" sz="4400" b="1" dirty="0">
                <a:latin typeface="Times New Roman"/>
                <a:cs typeface="Times New Roman"/>
              </a:rPr>
              <a:t>MODULE 3</a:t>
            </a:r>
          </a:p>
        </p:txBody>
      </p:sp>
    </p:spTree>
    <p:extLst>
      <p:ext uri="{BB962C8B-B14F-4D97-AF65-F5344CB8AC3E}">
        <p14:creationId xmlns:p14="http://schemas.microsoft.com/office/powerpoint/2010/main" val="1858387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4B469-8A20-137E-5B3A-A8C3EA542852}"/>
              </a:ext>
            </a:extLst>
          </p:cNvPr>
          <p:cNvSpPr>
            <a:spLocks noGrp="1"/>
          </p:cNvSpPr>
          <p:nvPr>
            <p:ph type="title"/>
          </p:nvPr>
        </p:nvSpPr>
        <p:spPr>
          <a:xfrm>
            <a:off x="3882167" y="842464"/>
            <a:ext cx="7526061" cy="529369"/>
          </a:xfrm>
        </p:spPr>
        <p:txBody>
          <a:bodyPr>
            <a:normAutofit fontScale="90000"/>
          </a:bodyPr>
          <a:lstStyle/>
          <a:p>
            <a:r>
              <a:rPr lang="en-US" b="1">
                <a:latin typeface="Times New Roman"/>
                <a:cs typeface="Times New Roman"/>
              </a:rPr>
              <a:t>MODULE 4</a:t>
            </a:r>
          </a:p>
        </p:txBody>
      </p:sp>
      <p:sp>
        <p:nvSpPr>
          <p:cNvPr id="3" name="Content Placeholder 2">
            <a:extLst>
              <a:ext uri="{FF2B5EF4-FFF2-40B4-BE49-F238E27FC236}">
                <a16:creationId xmlns:a16="http://schemas.microsoft.com/office/drawing/2014/main" id="{0AA3CF80-F6DB-5BF2-9B97-9FD7F49197A3}"/>
              </a:ext>
            </a:extLst>
          </p:cNvPr>
          <p:cNvSpPr>
            <a:spLocks noGrp="1"/>
          </p:cNvSpPr>
          <p:nvPr>
            <p:ph idx="1"/>
          </p:nvPr>
        </p:nvSpPr>
        <p:spPr/>
        <p:txBody>
          <a:bodyPr vert="horz" lIns="91440" tIns="45720" rIns="91440" bIns="45720" rtlCol="0" anchor="t">
            <a:normAutofit/>
          </a:bodyPr>
          <a:lstStyle/>
          <a:p>
            <a:pPr marL="0" indent="0" algn="just">
              <a:lnSpc>
                <a:spcPct val="100000"/>
              </a:lnSpc>
              <a:buNone/>
            </a:pPr>
            <a:r>
              <a:rPr lang="en-US" sz="2800" dirty="0">
                <a:latin typeface="Times New Roman"/>
                <a:cs typeface="Times New Roman"/>
              </a:rPr>
              <a:t> Real-Time Order </a:t>
            </a:r>
            <a:r>
              <a:rPr lang="en-US" sz="2800" dirty="0" err="1">
                <a:latin typeface="Times New Roman"/>
                <a:cs typeface="Times New Roman"/>
              </a:rPr>
              <a:t>Trackingand</a:t>
            </a:r>
            <a:r>
              <a:rPr lang="en-US" sz="2800" dirty="0">
                <a:latin typeface="Times New Roman"/>
                <a:cs typeface="Times New Roman"/>
              </a:rPr>
              <a:t> Customer Engagement</a:t>
            </a:r>
            <a:endParaRPr lang="en-US"/>
          </a:p>
          <a:p>
            <a:pPr marL="0" indent="0" algn="just">
              <a:lnSpc>
                <a:spcPct val="100000"/>
              </a:lnSpc>
              <a:buNone/>
            </a:pPr>
            <a:endParaRPr lang="en-US" sz="2800" dirty="0">
              <a:latin typeface="Times New Roman"/>
              <a:cs typeface="Times New Roman"/>
            </a:endParaRPr>
          </a:p>
          <a:p>
            <a:pPr>
              <a:lnSpc>
                <a:spcPct val="100000"/>
              </a:lnSpc>
            </a:pPr>
            <a:r>
              <a:rPr lang="en-US" sz="2800" dirty="0">
                <a:latin typeface="Times New Roman"/>
                <a:cs typeface="Times New Roman"/>
              </a:rPr>
              <a:t>This module allows buyers </a:t>
            </a:r>
            <a:r>
              <a:rPr lang="en-US" sz="2800" dirty="0" err="1">
                <a:latin typeface="Times New Roman"/>
                <a:cs typeface="Times New Roman"/>
              </a:rPr>
              <a:t>totrack</a:t>
            </a:r>
            <a:r>
              <a:rPr lang="en-US" sz="2800" dirty="0">
                <a:latin typeface="Times New Roman"/>
                <a:cs typeface="Times New Roman"/>
              </a:rPr>
              <a:t> their orders from </a:t>
            </a:r>
            <a:r>
              <a:rPr lang="en-US" sz="2800" dirty="0" err="1">
                <a:latin typeface="Times New Roman"/>
                <a:cs typeface="Times New Roman"/>
              </a:rPr>
              <a:t>dispatchtodelivery</a:t>
            </a:r>
            <a:r>
              <a:rPr lang="en-US" sz="2800" dirty="0">
                <a:latin typeface="Times New Roman"/>
                <a:cs typeface="Times New Roman"/>
              </a:rPr>
              <a:t> through real-</a:t>
            </a:r>
            <a:r>
              <a:rPr lang="en-US" sz="2800" dirty="0" err="1">
                <a:latin typeface="Times New Roman"/>
                <a:cs typeface="Times New Roman"/>
              </a:rPr>
              <a:t>timestatus</a:t>
            </a:r>
            <a:r>
              <a:rPr lang="en-US" sz="2800" dirty="0">
                <a:latin typeface="Times New Roman"/>
                <a:cs typeface="Times New Roman"/>
              </a:rPr>
              <a:t> updates.</a:t>
            </a:r>
          </a:p>
          <a:p>
            <a:pPr>
              <a:lnSpc>
                <a:spcPct val="100000"/>
              </a:lnSpc>
            </a:pPr>
            <a:r>
              <a:rPr lang="en-US" sz="2800" dirty="0">
                <a:latin typeface="Times New Roman"/>
                <a:cs typeface="Times New Roman"/>
              </a:rPr>
              <a:t> </a:t>
            </a:r>
            <a:r>
              <a:rPr lang="en-US" sz="2800" dirty="0" err="1">
                <a:latin typeface="Times New Roman"/>
                <a:cs typeface="Times New Roman"/>
              </a:rPr>
              <a:t>Italsoenhancescustomer</a:t>
            </a:r>
            <a:r>
              <a:rPr lang="en-US" sz="2800" dirty="0">
                <a:latin typeface="Times New Roman"/>
                <a:cs typeface="Times New Roman"/>
              </a:rPr>
              <a:t> engagement </a:t>
            </a:r>
            <a:r>
              <a:rPr lang="en-US" sz="2800" dirty="0" err="1">
                <a:latin typeface="Times New Roman"/>
                <a:cs typeface="Times New Roman"/>
              </a:rPr>
              <a:t>byproviding</a:t>
            </a:r>
            <a:r>
              <a:rPr lang="en-US" sz="2800" dirty="0">
                <a:latin typeface="Times New Roman"/>
                <a:cs typeface="Times New Roman"/>
              </a:rPr>
              <a:t> </a:t>
            </a:r>
            <a:r>
              <a:rPr lang="en-US" sz="2800" dirty="0" err="1">
                <a:latin typeface="Times New Roman"/>
                <a:cs typeface="Times New Roman"/>
              </a:rPr>
              <a:t>pushnotifications,order</a:t>
            </a:r>
            <a:r>
              <a:rPr lang="en-US" sz="2800" dirty="0">
                <a:latin typeface="Times New Roman"/>
                <a:cs typeface="Times New Roman"/>
              </a:rPr>
              <a:t> alerts, ratings, </a:t>
            </a:r>
            <a:r>
              <a:rPr lang="en-US" sz="2800" dirty="0" err="1">
                <a:latin typeface="Times New Roman"/>
                <a:cs typeface="Times New Roman"/>
              </a:rPr>
              <a:t>reviews,and</a:t>
            </a:r>
            <a:r>
              <a:rPr lang="en-US" sz="2800" dirty="0">
                <a:latin typeface="Times New Roman"/>
                <a:cs typeface="Times New Roman"/>
              </a:rPr>
              <a:t> </a:t>
            </a:r>
            <a:r>
              <a:rPr lang="en-US" sz="2800" dirty="0" err="1">
                <a:latin typeface="Times New Roman"/>
                <a:cs typeface="Times New Roman"/>
              </a:rPr>
              <a:t>communicationbetweenbuyers</a:t>
            </a:r>
            <a:r>
              <a:rPr lang="en-US" sz="2800" dirty="0">
                <a:latin typeface="Times New Roman"/>
                <a:cs typeface="Times New Roman"/>
              </a:rPr>
              <a:t> and suppliers.</a:t>
            </a:r>
            <a:endParaRPr lang="en-US"/>
          </a:p>
          <a:p>
            <a:endParaRPr lang="en-US" dirty="0"/>
          </a:p>
        </p:txBody>
      </p:sp>
    </p:spTree>
    <p:extLst>
      <p:ext uri="{BB962C8B-B14F-4D97-AF65-F5344CB8AC3E}">
        <p14:creationId xmlns:p14="http://schemas.microsoft.com/office/powerpoint/2010/main" val="141005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E7429-789C-FD86-F538-395CB8904741}"/>
              </a:ext>
            </a:extLst>
          </p:cNvPr>
          <p:cNvSpPr>
            <a:spLocks noGrp="1"/>
          </p:cNvSpPr>
          <p:nvPr>
            <p:ph type="ctrTitle"/>
          </p:nvPr>
        </p:nvSpPr>
        <p:spPr>
          <a:xfrm>
            <a:off x="2749720" y="2387064"/>
            <a:ext cx="6527556" cy="3304287"/>
          </a:xfrm>
        </p:spPr>
        <p:txBody>
          <a:bodyPr>
            <a:normAutofit/>
          </a:bodyPr>
          <a:lstStyle/>
          <a:p>
            <a:r>
              <a:rPr lang="en-US" sz="8000">
                <a:latin typeface="STXingkai"/>
                <a:ea typeface="STXingkai"/>
              </a:rPr>
              <a:t>THANK </a:t>
            </a:r>
            <a:br>
              <a:rPr lang="en-US" sz="8000" dirty="0">
                <a:latin typeface="STXingkai"/>
                <a:ea typeface="STXingkai"/>
              </a:rPr>
            </a:br>
            <a:r>
              <a:rPr lang="en-US" sz="8000">
                <a:latin typeface="STXingkai"/>
                <a:ea typeface="STXingkai"/>
              </a:rPr>
              <a:t>         YOU</a:t>
            </a:r>
            <a:endParaRPr lang="en-US" sz="8000">
              <a:latin typeface="STXingkai"/>
              <a:ea typeface="STXingkai"/>
              <a:cs typeface="Kartika"/>
            </a:endParaRPr>
          </a:p>
        </p:txBody>
      </p:sp>
    </p:spTree>
    <p:extLst>
      <p:ext uri="{BB962C8B-B14F-4D97-AF65-F5344CB8AC3E}">
        <p14:creationId xmlns:p14="http://schemas.microsoft.com/office/powerpoint/2010/main" val="87214598"/>
      </p:ext>
    </p:extLst>
  </p:cSld>
  <p:clrMapOvr>
    <a:masterClrMapping/>
  </p:clrMapOvr>
</p:sld>
</file>

<file path=ppt/theme/theme1.xml><?xml version="1.0" encoding="utf-8"?>
<a:theme xmlns:a="http://schemas.openxmlformats.org/drawingml/2006/main" name="Dark Academia">
  <a:themeElements>
    <a:clrScheme name="Custom 4">
      <a:dk1>
        <a:sysClr val="windowText" lastClr="000000"/>
      </a:dk1>
      <a:lt1>
        <a:srgbClr val="DFD2C4"/>
      </a:lt1>
      <a:dk2>
        <a:srgbClr val="2C3932"/>
      </a:dk2>
      <a:lt2>
        <a:srgbClr val="FFFFFF"/>
      </a:lt2>
      <a:accent1>
        <a:srgbClr val="DFD2C4"/>
      </a:accent1>
      <a:accent2>
        <a:srgbClr val="4B2B30"/>
      </a:accent2>
      <a:accent3>
        <a:srgbClr val="233343"/>
      </a:accent3>
      <a:accent4>
        <a:srgbClr val="5F3430"/>
      </a:accent4>
      <a:accent5>
        <a:srgbClr val="8296AA"/>
      </a:accent5>
      <a:accent6>
        <a:srgbClr val="631E13"/>
      </a:accent6>
      <a:hlink>
        <a:srgbClr val="D2BD9A"/>
      </a:hlink>
      <a:folHlink>
        <a:srgbClr val="C5D2CB"/>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cademia_Sales Presentation_win32_LW_V7" id="{533BF2EB-2BAD-4198-A303-6C5A3618DB67}" vid="{A686BBDF-92F9-4384-83C4-C0E135F23A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3.xml><?xml version="1.0" encoding="utf-8"?>
<ds:datastoreItem xmlns:ds="http://schemas.openxmlformats.org/officeDocument/2006/customXml" ds:itemID="{52185BFC-6E97-4C88-9034-F2A7ED1C005E}">
  <ds:schemaRefs>
    <ds:schemaRef ds:uri="230e9df3-be65-4c73-a93b-d1236ebd677e"/>
    <ds:schemaRef ds:uri="16c05727-aa75-4e4a-9b5f-8a80a1165891"/>
    <ds:schemaRef ds:uri="http://schemas.microsoft.com/sharepoint/v3"/>
    <ds:schemaRef ds:uri="http://www.w3.org/XML/1998/namespace"/>
    <ds:schemaRef ds:uri="71af3243-3dd4-4a8d-8c0d-dd76da1f02a5"/>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24</TotalTime>
  <Words>470</Words>
  <Application>Microsoft Office PowerPoint</Application>
  <PresentationFormat>Widescreen</PresentationFormat>
  <Paragraphs>46</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STXingkai</vt:lpstr>
      <vt:lpstr>Aptos</vt:lpstr>
      <vt:lpstr>Arial</vt:lpstr>
      <vt:lpstr>Playfair Display</vt:lpstr>
      <vt:lpstr>Raleway</vt:lpstr>
      <vt:lpstr>Times New Roman</vt:lpstr>
      <vt:lpstr>Dark Academia</vt:lpstr>
      <vt:lpstr>Cross-Platform Mobile Marketplace Application for Wholesale Buyers</vt:lpstr>
      <vt:lpstr>INTRODUCTION</vt:lpstr>
      <vt:lpstr>OBJECTIVE</vt:lpstr>
      <vt:lpstr>PowerPoint Presentation</vt:lpstr>
      <vt:lpstr>Quote</vt:lpstr>
      <vt:lpstr>PowerPoint Presentation</vt:lpstr>
      <vt:lpstr> Smart Order Processing and Secure Payment Management  AI-powered order processing for faster and accurate wholesale order handling.  Smart bulk order management to optimize large quantity purchases and reduce manual errors.  Real-time order tracking system with instant status updates and delivery notifications.  Automated invoice generation for transparent and efficient business transactions.  Secure digital payment gateway with encryption and authentication for safe payments. </vt:lpstr>
      <vt:lpstr>MODULE 4</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mahitha sanjay</dc:creator>
  <cp:lastModifiedBy>mahitha sanjay</cp:lastModifiedBy>
  <cp:revision>175</cp:revision>
  <dcterms:created xsi:type="dcterms:W3CDTF">2026-07-28T15:16:21Z</dcterms:created>
  <dcterms:modified xsi:type="dcterms:W3CDTF">2026-07-31T04:16:14Z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